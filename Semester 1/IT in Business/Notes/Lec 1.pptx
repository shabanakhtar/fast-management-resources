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Significance of IT in Business – Foundation Concepts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 is the backbone of modern business.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lecture covers: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Significance of IT in Business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 of IT in Life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Systems in Business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 of Information Systems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Significance of IT in Business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of computers, networks, and software to process info.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Improves efficiency &amp; automation.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Enhances decision-making.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Facilitates communication.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competitive advantage.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= vital business resource.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Role of IT in Different Walks of Life</a:t>
            </a:r>
            <a:endParaRPr/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Education: E-learning, digital libraries.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Healthcare: Telemedicine, patient records.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Banking: Online banking, ATMs.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Government: E-Governance, tax portals.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Transport: GPS, ride-hailing.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Entertainment: Streaming, gaming.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Personal Life: Social media, smart homes.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Systems in Business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= structured setup for information management.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IS: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 Processing Systems (TPS)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Management Information Systems (MIS)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Support Systems (DSS)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Systems (ERP, CRM, SCM)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Management Systems (KMS)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 Processing Systems (TPS)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 day-to-day operations.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ATMs, retail POS, payroll systems.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Ensure accuracy and efficiency.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 for other systems.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Management Information Systems (MIS)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structured reports for managers.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Summarize TPS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routine decision-making.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sales dashboards, hospital MIS, university MIS.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Support Systems (DSS)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 with complex/unstructured decisions.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models, simulations, and analytics.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demand forecasting, weather systems, investment analysis.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Systems (ERP, CRM, SCM)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business functions.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ERP: Finance, HR, inventory (e.g., SAP, Oracle ERP).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CRM: Customer interactions (e.g., Salesforce).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SCM: Logistics, suppliers (e.g., SAP SCM).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Amazon, Walmart, Coca-Cola use these systems.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Management Systems (KMS)</a:t>
            </a:r>
            <a:endParaRPr/>
          </a:p>
        </p:txBody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Capture, store, and share knowledge.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Encourage learning and innovation.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company intranet, SharePoint, IBM KM, wikis.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Prevents knowledge loss.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Information Systems Work Together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TPS: Captures raw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MIS: Produces reports.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DSS: Helps in decision-making.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Systems: Integrate functions.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KMS: Preserves organizational knowledge.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Amazon integrates all these.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 of Information Systems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– computers, servers, networks.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– applications, OS.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– raw facts.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– users, managers, IT staff.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– rules, workflows.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the foundation of modern business and society.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Businesses rely on IS for operations and strategy.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IS support all levels of management.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 IT helps us adapt, innovate, and lead.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