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c6a79e5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c6a79e5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c6a79e56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c6a79e56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c6a79e5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c6a79e5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c6a79e5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c6a79e5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6a79e56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c6a79e5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c6a79e56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c6a79e56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c6a79e56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c6a79e56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6a79e56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6a79e56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c6a79e56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c6a79e56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6a79e56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c6a79e56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c6a79e56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c6a79e56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c6a79e56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c6a79e56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6a79e56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c6a79e56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c6a79e56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c6a79e56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c6a79e5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c6a79e5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e-Business Systems &amp; Functional Business Systems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e-Business Systems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Definition &amp; Scope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e-Business = all business processes carried out electronically with the help of internet technologies.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Broader than </a:t>
            </a:r>
            <a:r>
              <a:rPr b="1" lang="en" sz="1400">
                <a:solidFill>
                  <a:schemeClr val="dk1"/>
                </a:solidFill>
              </a:rPr>
              <a:t>e-Commerce</a:t>
            </a:r>
            <a:r>
              <a:rPr lang="en" sz="1400">
                <a:solidFill>
                  <a:schemeClr val="dk1"/>
                </a:solidFill>
              </a:rPr>
              <a:t> (which is only about buying/selling).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Covers everything from </a:t>
            </a:r>
            <a:r>
              <a:rPr b="1" lang="en" sz="1400">
                <a:solidFill>
                  <a:schemeClr val="dk1"/>
                </a:solidFill>
              </a:rPr>
              <a:t>marketing → sales → supply chain → finance → customer service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5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33">
                <a:solidFill>
                  <a:schemeClr val="dk1"/>
                </a:solidFill>
              </a:rPr>
              <a:t>Example: </a:t>
            </a:r>
            <a:r>
              <a:rPr b="1" lang="en" sz="1533">
                <a:solidFill>
                  <a:schemeClr val="dk1"/>
                </a:solidFill>
              </a:rPr>
              <a:t>Amazon</a:t>
            </a:r>
            <a:r>
              <a:rPr lang="en" sz="1533">
                <a:solidFill>
                  <a:schemeClr val="dk1"/>
                </a:solidFill>
              </a:rPr>
              <a:t> doesn’t just sell products (e-commerce). It also:</a:t>
            </a:r>
            <a:endParaRPr sz="1533">
              <a:solidFill>
                <a:schemeClr val="dk1"/>
              </a:solidFill>
            </a:endParaRPr>
          </a:p>
          <a:p>
            <a:pPr indent="-326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4"/>
              <a:buChar char="●"/>
            </a:pPr>
            <a:r>
              <a:rPr lang="en" sz="1533">
                <a:solidFill>
                  <a:schemeClr val="dk1"/>
                </a:solidFill>
              </a:rPr>
              <a:t>Stores customer data (CRM).</a:t>
            </a:r>
            <a:endParaRPr sz="1533">
              <a:solidFill>
                <a:schemeClr val="dk1"/>
              </a:solidFill>
            </a:endParaRPr>
          </a:p>
          <a:p>
            <a:pPr indent="-326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4"/>
              <a:buChar char="●"/>
            </a:pPr>
            <a:r>
              <a:rPr lang="en" sz="1533">
                <a:solidFill>
                  <a:schemeClr val="dk1"/>
                </a:solidFill>
              </a:rPr>
              <a:t>Tracks shipments (SCM).</a:t>
            </a:r>
            <a:endParaRPr sz="1533">
              <a:solidFill>
                <a:schemeClr val="dk1"/>
              </a:solidFill>
            </a:endParaRPr>
          </a:p>
          <a:p>
            <a:pPr indent="-326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4"/>
              <a:buChar char="●"/>
            </a:pPr>
            <a:r>
              <a:rPr lang="en" sz="1533">
                <a:solidFill>
                  <a:schemeClr val="dk1"/>
                </a:solidFill>
              </a:rPr>
              <a:t>Manages employee data (HRM).</a:t>
            </a:r>
            <a:endParaRPr sz="1533">
              <a:solidFill>
                <a:schemeClr val="dk1"/>
              </a:solidFill>
            </a:endParaRPr>
          </a:p>
          <a:p>
            <a:pPr indent="-326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4"/>
              <a:buChar char="●"/>
            </a:pPr>
            <a:r>
              <a:rPr lang="en" sz="1533">
                <a:solidFill>
                  <a:schemeClr val="dk1"/>
                </a:solidFill>
              </a:rPr>
              <a:t>Processes payments (finance systems).</a:t>
            </a:r>
            <a:endParaRPr sz="153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e-Business Systems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e-Commerce Platforms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Websites, apps, marketplaces where transactions happen.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Daraz.pk in Pakistan.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Customer Relationship Management (CRM)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Collects and uses customer data to improve loyalty.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Netflix recommending shows.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Supply Chain Management (SCM)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Real-time coordination of suppliers, warehouses, logistics.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Walmart uses RFID to monitor product flow.</a:t>
            </a:r>
            <a:br>
              <a:rPr lang="en" sz="1400">
                <a:solidFill>
                  <a:schemeClr val="dk1"/>
                </a:solidFill>
              </a:rPr>
            </a:b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Enterprise Resource Planning (ERP)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Integrated system linking HR, finance, operations.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SAP, Oracle ERP.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e-Collaboration Tools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Help employees work together digitally.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Microsoft Teams, Slack.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Types of e-Business Models</a:t>
            </a:r>
            <a:endParaRPr sz="25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6334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B2C (Business-to-Consumer):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Retailers sell directly to consumers.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Amazon, Foodpanda.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B2B (Business-to-Business):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Businesses sell to other businesses.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Alibaba (wholesale).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C2C (Consumer-to-Consumer):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Consumers sell to other consumers.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OLX, eBay.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C2B (Consumer-to-Business):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Individuals offer services/products to companies.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Upwork, Fiverr.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G2C (Government-to-Citizen):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Public services delivered electronically.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NADRA online services, FBR e-filing.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e-Business Systems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Global reach:</a:t>
            </a:r>
            <a:r>
              <a:rPr lang="en" sz="1400">
                <a:solidFill>
                  <a:schemeClr val="dk1"/>
                </a:solidFill>
              </a:rPr>
              <a:t> A Lahore seller can reach US buyers.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24/7 availability:</a:t>
            </a:r>
            <a:r>
              <a:rPr lang="en" sz="1400">
                <a:solidFill>
                  <a:schemeClr val="dk1"/>
                </a:solidFill>
              </a:rPr>
              <a:t> No closing hours.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Cost savings:</a:t>
            </a:r>
            <a:r>
              <a:rPr lang="en" sz="1400">
                <a:solidFill>
                  <a:schemeClr val="dk1"/>
                </a:solidFill>
              </a:rPr>
              <a:t> Less need for physical stores.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Personalization:</a:t>
            </a:r>
            <a:r>
              <a:rPr lang="en" sz="1400">
                <a:solidFill>
                  <a:schemeClr val="dk1"/>
                </a:solidFill>
              </a:rPr>
              <a:t> Data-driven insights → targeted ads.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Convenience:</a:t>
            </a:r>
            <a:r>
              <a:rPr lang="en" sz="1400">
                <a:solidFill>
                  <a:schemeClr val="dk1"/>
                </a:solidFill>
              </a:rPr>
              <a:t> Customers order from anywhere.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Cybersecurity → hacking, phishing, fraud.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Trust issues → fake sellers, scams.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High IT cost → infrastructure, maintenance.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Privacy concerns → misuse of customer data.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Digital divide → not everyone has access.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Business Systems 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Definition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Computer-based systems that </a:t>
            </a:r>
            <a:r>
              <a:rPr b="1" lang="en" sz="1400">
                <a:solidFill>
                  <a:schemeClr val="dk1"/>
                </a:solidFill>
              </a:rPr>
              <a:t>support specific business functions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Each department has its own needs → these systems provide tailored solutions.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Functional Systems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Marketing Systems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Handle advertising campaigns, customer analysis, market research.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HubSpot, Google Ads, CRM dashboards.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 case: Coca-Cola uses predictive analytics to design promotions.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Production &amp; Manufacturing Systems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Control product design, inventory, quality, scheduling.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Toyota’s Just-in-Time (JIT) manufacturing + robotics.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 case: Tesla uses IoT sensors to monitor car production.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Human Resource Management Systems (HRMS)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Manage recruitment, payroll, performance, training.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Workday, Oracle HCM.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 case: Allied Bank HR portal tracks employee records &amp; salaries.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Accounting &amp; Finance Systems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Automate budgeting, auditing, tax, cash flow.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QuickBooks, SAP Financials.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 case: Banks using Oracle Finance for core operations.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Sales &amp; Service Systems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POS, order tracking, after-sales services.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Example: Shopify POS, Square.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Real case: KFC Pakistan uses POS systems for fast billing.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Higher efficiency (less manual work).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Accuracy (automated entries reduce human error).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Faster decisions (real-time reports).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Better coordination (when linked with ERP).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of Both Systems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Amazon Order Case Study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Customer Order</a:t>
            </a:r>
            <a:r>
              <a:rPr lang="en" sz="1400">
                <a:solidFill>
                  <a:schemeClr val="dk1"/>
                </a:solidFill>
              </a:rPr>
              <a:t> placed via app (e-business).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Inventory updated</a:t>
            </a:r>
            <a:r>
              <a:rPr lang="en" sz="1400">
                <a:solidFill>
                  <a:schemeClr val="dk1"/>
                </a:solidFill>
              </a:rPr>
              <a:t> (operations system).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Payment processed</a:t>
            </a:r>
            <a:r>
              <a:rPr lang="en" sz="1400">
                <a:solidFill>
                  <a:schemeClr val="dk1"/>
                </a:solidFill>
              </a:rPr>
              <a:t> (finance system).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Shipping arranged</a:t>
            </a:r>
            <a:r>
              <a:rPr lang="en" sz="1400">
                <a:solidFill>
                  <a:schemeClr val="dk1"/>
                </a:solidFill>
              </a:rPr>
              <a:t> (SCM system).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Feedback stored</a:t>
            </a:r>
            <a:r>
              <a:rPr lang="en" sz="1400">
                <a:solidFill>
                  <a:schemeClr val="dk1"/>
                </a:solidFill>
              </a:rPr>
              <a:t> (CRM system).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 new startup called “PakFresh Mart” wants to launch an online grocery delivery service in Pakistan.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They want to operate </a:t>
            </a:r>
            <a:r>
              <a:rPr b="1" lang="en" sz="1400">
                <a:solidFill>
                  <a:schemeClr val="dk1"/>
                </a:solidFill>
              </a:rPr>
              <a:t>like Daraz + Foodpanda</a:t>
            </a:r>
            <a:r>
              <a:rPr lang="en" sz="1400">
                <a:solidFill>
                  <a:schemeClr val="dk1"/>
                </a:solidFill>
              </a:rPr>
              <a:t>, but specifically for groceries. Customers should be able to: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Order groceries online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Pay digitally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Track deliveries in real-time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Get loyalty points for repeat purchases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 company also needs strong </a:t>
            </a:r>
            <a:r>
              <a:rPr b="1" lang="en" sz="1400">
                <a:solidFill>
                  <a:schemeClr val="dk1"/>
                </a:solidFill>
              </a:rPr>
              <a:t>internal systems</a:t>
            </a:r>
            <a:r>
              <a:rPr lang="en" sz="1400">
                <a:solidFill>
                  <a:schemeClr val="dk1"/>
                </a:solidFill>
              </a:rPr>
              <a:t> for HR, Finance, Marketing, and Operations.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Design a </a:t>
            </a:r>
            <a:r>
              <a:rPr b="1" lang="en" sz="1400">
                <a:solidFill>
                  <a:schemeClr val="dk1"/>
                </a:solidFill>
              </a:rPr>
              <a:t>digital business system strategy</a:t>
            </a:r>
            <a:r>
              <a:rPr lang="en" sz="1400">
                <a:solidFill>
                  <a:schemeClr val="dk1"/>
                </a:solidFill>
              </a:rPr>
              <a:t> that answers: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e-Business System Design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What e-business model will you use? (B2C, B2B, hybrid?)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Which platform(s) will you build? (Mobile app, website, both?)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How will customers interact (ordering, payments, support)?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Functional Systems Setup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Marketing:</a:t>
            </a:r>
            <a:r>
              <a:rPr lang="en">
                <a:solidFill>
                  <a:schemeClr val="dk1"/>
                </a:solidFill>
              </a:rPr>
              <a:t> How to run campaigns, promotions, customer data analysis?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Finance:</a:t>
            </a:r>
            <a:r>
              <a:rPr lang="en">
                <a:solidFill>
                  <a:schemeClr val="dk1"/>
                </a:solidFill>
              </a:rPr>
              <a:t> How to manage payments, budgeting, payroll?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Operations:</a:t>
            </a:r>
            <a:r>
              <a:rPr lang="en">
                <a:solidFill>
                  <a:schemeClr val="dk1"/>
                </a:solidFill>
              </a:rPr>
              <a:t> How to track inventory, manage deliveries, optimize logistics?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HR:</a:t>
            </a:r>
            <a:r>
              <a:rPr lang="en">
                <a:solidFill>
                  <a:schemeClr val="dk1"/>
                </a:solidFill>
              </a:rPr>
              <a:t> How to recruit delivery riders &amp; staff, training, payroll?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Integration Plan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How will these systems “talk” to each other?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Example: Order placed → triggers inventory update → triggers payment → triggers delivery assignment.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