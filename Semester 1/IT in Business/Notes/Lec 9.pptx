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E2CA56-C1AE-4647-8A92-F0995BC580A6}">
  <a:tblStyle styleId="{B5E2CA56-C1AE-4647-8A92-F0995BC580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45a3663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345a366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345a36632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345a3663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45a36632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345a3663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Service Models (IaaS, PaaS, SaaS)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Cloud Computing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computing is the on-demand delivery of IT resources—servers, storage, databases, networking, software—over the Internet with pay-as-you-go pricing.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Gmail, Google Drive, Netflix, AWS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 Renting electricity instead of building your own power plant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 of Cloud Computing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151225"/>
            <a:ext cx="8229600" cy="5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 defines 5 essential characteristics:</a:t>
            </a:r>
            <a:endParaRPr/>
          </a:p>
          <a:p>
            <a:pPr indent="-3492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b="1" lang="en-US"/>
              <a:t>On-demand self-service</a:t>
            </a:r>
            <a:r>
              <a:rPr lang="en-US"/>
              <a:t> – Users can access resources without human interaction with the provider.</a:t>
            </a:r>
            <a:endParaRPr/>
          </a:p>
          <a:p>
            <a:pPr indent="-3492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b="1" lang="en-US"/>
              <a:t>Broad network access</a:t>
            </a:r>
            <a:r>
              <a:rPr lang="en-US"/>
              <a:t> – Available over the internet, accessible via laptops, phones, etc.</a:t>
            </a:r>
            <a:endParaRPr/>
          </a:p>
          <a:p>
            <a:pPr indent="-3492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b="1" lang="en-US"/>
              <a:t>Resource pooling</a:t>
            </a:r>
            <a:r>
              <a:rPr lang="en-US"/>
              <a:t> – Shared infrastructure serving multiple customers securely.</a:t>
            </a:r>
            <a:endParaRPr/>
          </a:p>
          <a:p>
            <a:pPr indent="-3492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b="1" lang="en-US"/>
              <a:t>Rapid elasticity</a:t>
            </a:r>
            <a:r>
              <a:rPr lang="en-US"/>
              <a:t> – Scale up/down resources instantly as needed.</a:t>
            </a:r>
            <a:endParaRPr/>
          </a:p>
          <a:p>
            <a:pPr indent="-3492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b="1" lang="en-US"/>
              <a:t>Measured service</a:t>
            </a:r>
            <a:r>
              <a:rPr lang="en-US"/>
              <a:t> – Pay only for what you use (metered billing).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Cloud Deployment Models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" name="Google Shape;103;p16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{B5E2CA56-C1AE-4647-8A92-F0995BC580A6}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Cloud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Owned and operated by third-party providers; shared environment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AWS, Azure, GCP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Cloud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Dedicated to one organization; more control &amp; security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VMware Private Cloud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Cloud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Combination of public + private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Stack, AWS Outposts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Community Cloud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 among similar organizations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Government or health sector clouds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Service Models Overview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services are categorized as Infrastructure, Platform, and Software as a Service (IaaS, PaaS, SaaS).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IaaS – Hardware resources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PaaS – Developer platforms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SaaS – Complete software apps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as a Service (IaaS)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5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virtualized computing resources like servers, networks, and storage.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Users manage OS, apps, and runtime; provider manages the infrastructure.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AWS EC2, Google Compute Engine, Azure VM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for: Website hosting, storage, testing environments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 Renting an empty apartment—you control setup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as a Service (PaaS)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ready-to-use environment for application development.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Google App Engine, AWS Elastic Beanstalk, Azure App Service, Heroku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for: Building and deploying web/mobile apps quickly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 Renting a furnished apartment—you just move 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as a Service (SaaS)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Delivers ready-to-use software over the internet.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Gmail, Zoom, Salesforce, Google Docs, Microsoft 365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for: Email, collaboration, CRM, business tools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 Staying in a hotel—everything is managed for you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952500" y="2490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{B5E2CA56-C1AE-4647-8A92-F0995BC580A6}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7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IaaS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SaaS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PaaS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(OS, runtime, apps)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 (apps only)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admins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Developers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 users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EC2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App Engine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Gmail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Management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manages 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 manages 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 manages everything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Cloud Providers &amp; Solutions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Leading cloud providers and their services:</a:t>
            </a:r>
            <a:endParaRPr/>
          </a:p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– EC2, S3, Lambda (Netflix, Airbnb)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Azure – VM, SQL Database (Banks, Enterprises)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 – BigQuery, Compute Engine (YouTube, Spotify)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Cloud – Watson AI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Cloud – Autonomous DB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Cloud Use Cases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/>
              <a:t>Education:</a:t>
            </a:r>
            <a:r>
              <a:rPr lang="en-US" sz="3400"/>
              <a:t> Google Workspace for Education</a:t>
            </a:r>
            <a:endParaRPr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/>
              <a:t>Banking:</a:t>
            </a:r>
            <a:r>
              <a:rPr lang="en-US" sz="3400"/>
              <a:t> Secure cloud databases (e.g., Oracle Cloud)</a:t>
            </a:r>
            <a:endParaRPr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/>
              <a:t>Healthcare:</a:t>
            </a:r>
            <a:r>
              <a:rPr lang="en-US" sz="3400"/>
              <a:t> Data analytics on AWS</a:t>
            </a:r>
            <a:endParaRPr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/>
              <a:t>E-commerce:</a:t>
            </a:r>
            <a:r>
              <a:rPr lang="en-US" sz="3400"/>
              <a:t> Hosting &amp; scaling websites (Shopify, AWS)</a:t>
            </a:r>
            <a:endParaRPr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400"/>
              <a:t>Entertainment:</a:t>
            </a:r>
            <a:r>
              <a:rPr lang="en-US" sz="3400"/>
              <a:t> Netflix runs on AWS EC2 &amp; S3</a:t>
            </a:r>
            <a:endParaRPr sz="3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Machines &amp; Virtualization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Virtualization allows multiple virtual systems to run on one physical machine using hypervisors.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VMware vSphere, Oracle VirtualBox, Hyper-V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 Testing software, server consolidation, backups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 of cloud computing (basis of AWS EC2, Azure VMs)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Advantages and Challenges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and potential risks of cloud adoption: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Advantages: Cost-efficient, scalable, accessible, reliable, collaborative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 Internet dependency, security, compliance, vendor lock-in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Security Practices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strategies for cloud data protection: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of data (in transit &amp; at rest)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Multi-factor authentication (MFA)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control (IAM)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audits and backups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computing delivers IT resources via the internet. Three main service models— IaaS, PaaS, SaaS— enable scalable, flexible, and efficient solutions.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Virtualization powers the cloud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providers: AWS, Azure, GCP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offers flexibility, cost savings, and innovation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Activities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Engage students through examples and reflection: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1: Match examples to IaaS, PaaS, SaaS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2: Discuss which model suits a university’s online portal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