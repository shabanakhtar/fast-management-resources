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Web Services (AWS) vs Google Cloud Platform (GCP)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Cloud Computing</a:t>
            </a:r>
            <a:endParaRPr/>
          </a:p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On-demand computing resources via internet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Pay-as-you-go model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Reduced cost, scalability, global availability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Service Models</a:t>
            </a:r>
            <a:endParaRPr/>
          </a:p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IaaS: Infrastructure as a Service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PaaS: Platform as a Service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SaaS: Software as a Service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Cloud Computing?</a:t>
            </a:r>
            <a:endParaRPr/>
          </a:p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efficiency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availability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Disaster recovery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 maintenance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Elastic scaling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Overview</a:t>
            </a:r>
            <a:endParaRPr/>
          </a:p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Launched: 2006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200+ services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Largest cloud provider globally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Global Infrastructure</a:t>
            </a:r>
            <a:endParaRPr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Availability Zones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 Locations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Compute Services</a:t>
            </a:r>
            <a:endParaRPr/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EC2: Virtual Machines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Lambda: Serverless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Elastic Beanstalk: PaaS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Storage Services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S3: Object storage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EBS: Block storage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Glacier: Archival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Database Services</a:t>
            </a:r>
            <a:endParaRPr/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RDS: Relational DB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DynamoDB: NoSQL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Aurora: High-performance DB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Networking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VPC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 53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Elastic Load Balancer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Analytics Services</a:t>
            </a:r>
            <a:endParaRPr/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Athena: Query S3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Redshift: Data Warehouse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Use Case Example</a:t>
            </a:r>
            <a:endParaRPr/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Ride-hailing app backend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EC2, RDS, S3, CloudFront, Lambda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Cloud Platform Overview</a:t>
            </a:r>
            <a:endParaRPr/>
          </a:p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Launched: 2011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in Big Data &amp; AI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and cost-effective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GCP Infrastructure</a:t>
            </a:r>
            <a:endParaRPr/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Regions &amp; Zones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global fiber network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Carbon-neutral cloud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GCP Compute Services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Engine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 Engine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Run (containers)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GCP Storage Services</a:t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Persistent Disk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Archive tiers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GCP Database Services</a:t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SQL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Firestore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Bigtable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GCP Networking</a:t>
            </a:r>
            <a:endParaRPr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VPC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Load Balancing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GCP Big Data &amp; AI Strength</a:t>
            </a:r>
            <a:endParaRPr/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BigQuery: Serverless warehouse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Dataflow: ETL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Pub/Sub: Messaging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Vertex AI: ML pipeline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vs GCP Comparison</a:t>
            </a:r>
            <a:endParaRPr/>
          </a:p>
        </p:txBody>
      </p:sp>
      <p:sp>
        <p:nvSpPr>
          <p:cNvPr id="198" name="Google Shape;198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AWS: Most services, complex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GCP: Simplest pricing, best analytics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AWS: Big enterprise adoption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GCP: AI-first design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Pricing Comparison</a:t>
            </a:r>
            <a:endParaRPr/>
          </a:p>
        </p:txBody>
      </p:sp>
      <p:sp>
        <p:nvSpPr>
          <p:cNvPr id="204" name="Google Shape;204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AWS: Complex model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GCP: Sustained-use discounts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trend: GCP cheaper for compute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Questions</a:t>
            </a:r>
            <a:endParaRPr/>
          </a:p>
        </p:txBody>
      </p:sp>
      <p:sp>
        <p:nvSpPr>
          <p:cNvPr id="210" name="Google Shape;210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cloud is more future-proof?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multi-cloud?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Pros/cons of serverless?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216" name="Google Shape;216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= breadth of services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GCP = AI &amp; analytics leader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based on workload needs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