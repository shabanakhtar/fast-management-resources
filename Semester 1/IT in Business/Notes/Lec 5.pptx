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Entrepreneurial Ventures (Discussion &amp; Activity)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what defines an entrepreneurial venture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innovation and value creation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entrepreneurial thinking to real-world ideas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Entrepreneurial Venture?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entrepreneurial venture is a business that introduces innovation, takes risks, and aims for growth.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Focus: Problem-solving, scalability, and value creation.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an entrepreneurial venture differ from a small business?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name Pakistani ventures?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makes a startup truly ‘entrepreneurial’?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motivates entrepreneurs: profit, passion, or purpose?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technology enable new ventures?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ocal examples: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Bykea: Motorbike logistics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Airlift: On-demand delivery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Bazaar: B2B platform for retailers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Cheetay: Food &amp; parcel delivery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Activity: Pitch Your Venture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Task: Design your own entrepreneurial venture.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venture must: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 a real-life problem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innovation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scalable &amp; sustainable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Instructions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US"/>
              <a:t>student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define: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Name &amp; Idea (2–3 lines)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Market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Proposition (problem solved)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Model (income generation)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Resources Needed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 &amp; Challenges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&amp; Takeaways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Entrepreneurial ventures focus on innovation and growth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solve problems and create market value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Collaboration fosters creativity and learning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