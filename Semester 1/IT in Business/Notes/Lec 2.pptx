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045BA2-F8E9-410C-8A01-321DD8C9C913}">
  <a:tblStyle styleId="{16045BA2-F8E9-410C-8A01-321DD8C9C9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a042698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a042698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a042698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a042698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a0426988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a0426988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a042698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a042698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a0426988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a0426988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0426988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0426988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0426988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a0426988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0426988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a0426988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0426988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0426988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0426988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0426988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042698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042698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a042698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a042698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0426988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a0426988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a0426988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a0426988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0426988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0426988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Competing with IT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Business competition today isn’t just about products or services—it’s about </a:t>
            </a:r>
            <a:r>
              <a:rPr b="1" lang="en" sz="1400">
                <a:solidFill>
                  <a:schemeClr val="dk1"/>
                </a:solidFill>
              </a:rPr>
              <a:t>how smartly an organization uses IT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has moved from being a </a:t>
            </a:r>
            <a:r>
              <a:rPr b="1" lang="en" sz="1400">
                <a:solidFill>
                  <a:schemeClr val="dk1"/>
                </a:solidFill>
              </a:rPr>
              <a:t>support tool</a:t>
            </a:r>
            <a:r>
              <a:rPr lang="en" sz="1400">
                <a:solidFill>
                  <a:schemeClr val="dk1"/>
                </a:solidFill>
              </a:rPr>
              <a:t> to a </a:t>
            </a:r>
            <a:r>
              <a:rPr b="1" lang="en" sz="1400">
                <a:solidFill>
                  <a:schemeClr val="dk1"/>
                </a:solidFill>
              </a:rPr>
              <a:t>strategic weapon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Examples: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 the past, Blockbuster dominated movie rentals—but failed to adopt streaming IT, while Netflix did, and today Netflix is worth billions while Blockbuster went bankrupt.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Uber didn’t own taxis—it used IT (app + GPS + digital payments) to disrupt the entire transportation industry.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of Strategic Advantage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a) Cost Leadership (Competing on Low Cost)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reduces expenses by making operations efficient.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Walmart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Uses </a:t>
            </a:r>
            <a:r>
              <a:rPr b="1" lang="en">
                <a:solidFill>
                  <a:schemeClr val="dk1"/>
                </a:solidFill>
              </a:rPr>
              <a:t>Retail Link system</a:t>
            </a:r>
            <a:r>
              <a:rPr lang="en">
                <a:solidFill>
                  <a:schemeClr val="dk1"/>
                </a:solidFill>
              </a:rPr>
              <a:t> that directly connects suppliers with Walmart’s inventory system.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Stores know exactly what is selling in real time.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Results: Reduced overstocking, lower costs, cheaper prices for customers.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Competitive edge: Walmart can consistently beat rivals on price.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b) Differentiation (Unique Products/Services)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helps companies offer </a:t>
            </a:r>
            <a:r>
              <a:rPr b="1" lang="en" sz="1400">
                <a:solidFill>
                  <a:schemeClr val="dk1"/>
                </a:solidFill>
              </a:rPr>
              <a:t>something competitors don’t have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Apple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Differentiates through its </a:t>
            </a:r>
            <a:r>
              <a:rPr b="1" lang="en">
                <a:solidFill>
                  <a:schemeClr val="dk1"/>
                </a:solidFill>
              </a:rPr>
              <a:t>ecosystem</a:t>
            </a:r>
            <a:r>
              <a:rPr lang="en">
                <a:solidFill>
                  <a:schemeClr val="dk1"/>
                </a:solidFill>
              </a:rPr>
              <a:t> (iPhone, Mac, iPad all connected via iCloud).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Customers get a seamless experience (AirDrop, FaceTime, iMessage).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Competitors like Samsung can copy hardware features, but not the </a:t>
            </a:r>
            <a:r>
              <a:rPr b="1" lang="en">
                <a:solidFill>
                  <a:schemeClr val="dk1"/>
                </a:solidFill>
              </a:rPr>
              <a:t>integrated IT ecosystem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Strategic edge: Loyal customers stick with Apple.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c) Innovation (Doing Something New)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allows companies to </a:t>
            </a:r>
            <a:r>
              <a:rPr b="1" lang="en" sz="1400">
                <a:solidFill>
                  <a:schemeClr val="dk1"/>
                </a:solidFill>
              </a:rPr>
              <a:t>innovate in business models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Tesla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Traditional carmakers sell cars and customers only come back for service.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Tesla cars have </a:t>
            </a:r>
            <a:r>
              <a:rPr b="1" lang="en">
                <a:solidFill>
                  <a:schemeClr val="dk1"/>
                </a:solidFill>
              </a:rPr>
              <a:t>over-the-air (OTA) software updates</a:t>
            </a:r>
            <a:r>
              <a:rPr lang="en">
                <a:solidFill>
                  <a:schemeClr val="dk1"/>
                </a:solidFill>
              </a:rPr>
              <a:t>, just like smartphones.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Innovation: Customers’ cars improve even after purchase (e.g., autopilot features added later).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Competitive edge: Tesla is seen not just as a car company but a </a:t>
            </a:r>
            <a:r>
              <a:rPr b="1" lang="en">
                <a:solidFill>
                  <a:schemeClr val="dk1"/>
                </a:solidFill>
              </a:rPr>
              <a:t>tech company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d) Growth (Expanding with IT)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allows businesses to scale up globally.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Amazon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Started as an online bookstore in 1994.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IT infrastructure to grow into the world’s largest e-commerce marketplace.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Built </a:t>
            </a:r>
            <a:r>
              <a:rPr b="1" lang="en">
                <a:solidFill>
                  <a:schemeClr val="dk1"/>
                </a:solidFill>
              </a:rPr>
              <a:t>Amazon Web Services (AWS)</a:t>
            </a:r>
            <a:r>
              <a:rPr lang="en">
                <a:solidFill>
                  <a:schemeClr val="dk1"/>
                </a:solidFill>
              </a:rPr>
              <a:t> to sell excess IT capacity → now AWS is more profitable than retail.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Competitive edge: IT created entirely new revenue streams.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e) Alliance (Partnerships via IT)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enables companies to build </a:t>
            </a:r>
            <a:r>
              <a:rPr b="1" lang="en" sz="1400">
                <a:solidFill>
                  <a:schemeClr val="dk1"/>
                </a:solidFill>
              </a:rPr>
              <a:t>networks and partnerships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Uber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Uber app connects </a:t>
            </a:r>
            <a:r>
              <a:rPr b="1" lang="en">
                <a:solidFill>
                  <a:schemeClr val="dk1"/>
                </a:solidFill>
              </a:rPr>
              <a:t>drivers, riders, and payment providers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need for a central taxi office—IT acts as the “middleman.”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Strategic advantage: Network keeps growing, making it hard for competitors to match scale.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IT for Strategic Advantage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a) Automation of Processes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saves time and reduces errors.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Banks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Online banking, ATMs, and mobile apps reduce the need for staff at physical branches.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Customers can transfer money in seconds instead of waiting in line.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Strategic edge: Faster, cheaper, 24/7 service.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b) Data Analytics &amp; Business Intelligence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helps companies make </a:t>
            </a:r>
            <a:r>
              <a:rPr b="1" lang="en" sz="1400">
                <a:solidFill>
                  <a:schemeClr val="dk1"/>
                </a:solidFill>
              </a:rPr>
              <a:t>data-driven decisions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Example: Netflix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Collects viewing data (what you watch, when you pause, what you skip).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Uses AI to suggest movies/shows tailored to you.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Even decides what </a:t>
            </a:r>
            <a:r>
              <a:rPr b="1" lang="en">
                <a:solidFill>
                  <a:schemeClr val="dk1"/>
                </a:solidFill>
              </a:rPr>
              <a:t>new shows to produce</a:t>
            </a:r>
            <a:r>
              <a:rPr lang="en">
                <a:solidFill>
                  <a:schemeClr val="dk1"/>
                </a:solidFill>
              </a:rPr>
              <a:t> (e.g., “House of Cards” was greenlit because analytics showed a demand for political thrillers).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Competitive edge: Keeps customers engaged longer than competitors like Hulu.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c) Customer Relationship Management (CRM)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builds strong customer relationships.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 Coca-Cola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Uses CRM systems to track customer preferences globally.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Helps Coke manage distribution partners and promotions.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Competitive edge: Personalized marketing and efficient customer service.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d) E-Business &amp; Digital Platforms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enables global online business.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 Alibaba/Daraz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Allows small sellers in Asia to reach customers worldwide.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Uses IT systems for payments, logistics, and customer service.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Competitive edge: Creates an </a:t>
            </a:r>
            <a:r>
              <a:rPr b="1" lang="en" sz="1100">
                <a:solidFill>
                  <a:schemeClr val="dk1"/>
                </a:solidFill>
              </a:rPr>
              <a:t>ecosystem</a:t>
            </a:r>
            <a:r>
              <a:rPr lang="en" sz="1100">
                <a:solidFill>
                  <a:schemeClr val="dk1"/>
                </a:solidFill>
              </a:rPr>
              <a:t> where both buyers and sellers rely on their platform.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e) Supply Chain Integration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provides real-time visibility in supply chains.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 Zara (fashion brand)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Uses IT to track fashion trends instantly.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Designs are sent digitally to factories → new stock is in stores within 2–3 weeks.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Competitive edge: Faster turnaround than traditional fashion brands (H&amp;M, GAP).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f) Cybersecurity as a Strategic Advantage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Customers trust businesses that protect their data.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 Apple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Promotes </a:t>
            </a:r>
            <a:r>
              <a:rPr b="1" lang="en" sz="1100">
                <a:solidFill>
                  <a:schemeClr val="dk1"/>
                </a:solidFill>
              </a:rPr>
              <a:t>privacy</a:t>
            </a:r>
            <a:r>
              <a:rPr lang="en" sz="1100">
                <a:solidFill>
                  <a:schemeClr val="dk1"/>
                </a:solidFill>
              </a:rPr>
              <a:t> as a feature (end-to-end encryption in iMessage, Face ID secure).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Customers trust Apple more than some Android alternatives.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Competitive edge: Builds loyalty through trust.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Comparisons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2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{16045BA2-F8E9-410C-8A01-321DD8C9C913}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Old Business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IT-Driven Competitor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Blockbuster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Netflix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Netflix dominates, Blockbuster bankrupt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Yellow Taxi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Uber/Careem etc.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Uber became global leader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Borders Bookstore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Amazon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Amazon expanded globally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Traditional Fashion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Zara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Zara leads with fast IT-driven supply chain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is not just about “computers” but about </a:t>
            </a:r>
            <a:r>
              <a:rPr b="1" lang="en" sz="1100">
                <a:solidFill>
                  <a:schemeClr val="dk1"/>
                </a:solidFill>
              </a:rPr>
              <a:t>strategy and transformation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Companies that </a:t>
            </a:r>
            <a:r>
              <a:rPr b="1" lang="en" sz="1100">
                <a:solidFill>
                  <a:schemeClr val="dk1"/>
                </a:solidFill>
              </a:rPr>
              <a:t>align IT with business goals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Reduce costs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Differentiate products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Innovate faster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Grow globally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Build alliances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👉 Those that fail (like Blockbuster, Nokia, Kodak) often lose to IT-driven competitors.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Differentiation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run a brand in a city with many competitors. All shops sell similar designs and customers easily switch to competitors.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can IT be used to build brand loyalty and make your product unique?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