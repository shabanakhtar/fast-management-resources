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Emerging Technologies: Data Science &amp; Python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Emerging Technologies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Rapidly evolving technologies transforming industries and societies.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AI, Data Science, IoT, Blockchain, Cloud Computing, Robotics.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Importance: Drives innovation, efficiency, and data-driven decision-making.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Data Science?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Extracting meaningful insights from data using scientific methods and algorithms.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Convert raw data into actionable intelligence for decision-making.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fields: Machine Learning, Statistics, Data Engineering, Visualization.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Science Lifecycle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Collection – Gather data from sources.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 – Clean and structure data.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 – Identify patterns and correlations.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Building – Apply algorithms.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– Measure accuracy.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– Implement solutions.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Science Tools &amp; Technologies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Languages: Python, R, SQL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Libraries: Pandas, NumPy, Matplotlib, Scikit-learn, TensorFlow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Data Tools: Hadoop, Spark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 Tools: Tableau, Power BI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Data Science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Healthcare: Disease prediction, diagnostics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Finance: Fraud detection, risk analysis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Retail: Recommendation systems, sales forecasting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Transportation: Route optimization, traffic prediction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Python?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High-level, interpreted, and beginner-friendly programming language.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 by Guido van Rossum in 1991.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Web Development, AI, Data Science, and Automation.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Advantages: Readability, large community, powerful libraries.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Basics: Syntax &amp; Variables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= 'Ali'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= 22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print('My name is', name, 'and I am', age, 'years old.')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Simple, readable, and dynamic variable typing.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Data Types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– Integer numbers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 – Decimal numbers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 – Strings (text)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 – True/False values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– Ordered, mutable collection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 – Ordered, immutable collection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 – Key-value pairs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Structures: Conditions and Loops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if-else: Decision making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loop: Iterating over sequences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loop: Repetition based on condition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in range(5): print(i)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in Python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organize reusable blocks of code.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greet(name):</a:t>
            </a:r>
            <a:endParaRPr/>
          </a:p>
          <a:p>
            <a:pPr indent="0" lvl="0" marL="342900" rtl="0" algn="l">
              <a:spcBef>
                <a:spcPts val="1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'Hello, ' + name</a:t>
            </a:r>
            <a:endParaRPr/>
          </a:p>
          <a:p>
            <a:pPr indent="0" lvl="0" marL="342900" rtl="0" algn="l">
              <a:spcBef>
                <a:spcPts val="1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print(greet('Sara'))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 and Dictionaries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List: fruits = ['apple', 'banana', 'cherry']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Dictionary: person = {'name': 'Ali', 'age': 25}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store and access structured data.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for Data Science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Libraries: NumPy, Pandas, Matplotlib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= {'Name':['Ali','Sara'], 'Marks':[85,90]}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pd.DataFrame(data)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print(df)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Visualization Example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plt.bar(['Ali','Sara'], [85,90])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plt.title('Student Marks')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 Project: Simple Data Analysis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Task: Analyze CSV file and plot results.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and Matplotlib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CSV using pd.read_csv('sales.csv')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average sales</a:t>
            </a:r>
            <a:endParaRPr/>
          </a:p>
          <a:p>
            <a:pPr indent="-342900" lvl="0" marL="342900" rtl="0" algn="l">
              <a:spcBef>
                <a:spcPts val="1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 sales trend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