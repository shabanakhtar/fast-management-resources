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Systems, Fundamentals, Applications, and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 Introduction to e-Business / MIS</a:t>
            </a:r>
          </a:p>
          <a:p>
            <a:r>
              <a:t>Duration: 2-hour Lecture + 30-min Activity</a:t>
            </a:r>
          </a:p>
          <a:p>
            <a:r>
              <a:t>Instructor: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the end of this session, students will be able to:</a:t>
            </a:r>
          </a:p>
          <a:p>
            <a:r>
              <a:t>- Define and understand e-Commerce</a:t>
            </a:r>
          </a:p>
          <a:p>
            <a:r>
              <a:t>- Explain its components and types</a:t>
            </a:r>
          </a:p>
          <a:p>
            <a:r>
              <a:t>- Describe e-Commerce systems</a:t>
            </a:r>
          </a:p>
          <a:p>
            <a:r>
              <a:t>- Identify applications and issues</a:t>
            </a:r>
          </a:p>
          <a:p>
            <a:r>
              <a:t>- Apply learning in a startup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Electronic Commerce (e-Commerce) involves buying, selling, or exchanging products and services online.</a:t>
            </a:r>
          </a:p>
          <a:p/>
          <a:p>
            <a:r>
              <a:t>Core Idea:</a:t>
            </a:r>
          </a:p>
          <a:p>
            <a:r>
              <a:t>Conducting commercial transactions digitally.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1990s: Amazon, eBay emerge</a:t>
            </a:r>
          </a:p>
          <a:p>
            <a:r>
              <a:t>2000s: Rise of PayPal</a:t>
            </a:r>
          </a:p>
          <a:p>
            <a:r>
              <a:t>2010s: Mobile apps &amp; social commerce</a:t>
            </a:r>
          </a:p>
          <a:p>
            <a:r>
              <a:t>2020s: AI personalization, digital wallets</a:t>
            </a:r>
          </a:p>
          <a:p/>
          <a:p>
            <a:r>
              <a:t>Example: Daraz allows users to shop and get home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e-Business vs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e-Business: All online business activities (HR, ERP)</a:t>
            </a:r>
          </a:p>
          <a:p>
            <a:r>
              <a:t>e-Commerce: Only buying/selling (Amazon, Foodpanda)</a:t>
            </a:r>
          </a:p>
          <a:p/>
          <a:p>
            <a:r>
              <a:t>Scope: e-Business is broader; e-Commerce focuses on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People – buyers, sellers</a:t>
            </a:r>
          </a:p>
          <a:p>
            <a:r>
              <a:t>2. Public Policy – regulations, privacy</a:t>
            </a:r>
          </a:p>
          <a:p>
            <a:r>
              <a:t>3. Marketing – digital ads, SEO</a:t>
            </a:r>
          </a:p>
          <a:p>
            <a:r>
              <a:t>4. Support Services – logistics, payments</a:t>
            </a:r>
          </a:p>
          <a:p>
            <a:r>
              <a:t>5. Partnerships – suppliers, delivery</a:t>
            </a:r>
          </a:p>
          <a:p/>
          <a:p>
            <a:r>
              <a:t>Example: Daraz partners with HBL &amp; TCS.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B2C – Amazon, Daraz</a:t>
            </a:r>
          </a:p>
          <a:p>
            <a:r>
              <a:t>B2B – Alibaba</a:t>
            </a:r>
          </a:p>
          <a:p>
            <a:r>
              <a:t>C2C – OLX, eBay</a:t>
            </a:r>
          </a:p>
          <a:p>
            <a:r>
              <a:t>C2B – Fiverr, Upwork</a:t>
            </a:r>
          </a:p>
          <a:p>
            <a:r>
              <a:t>G2C – NADRA, FBR e-filing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Supporting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Websites &amp; Mobile Apps</a:t>
            </a:r>
          </a:p>
          <a:p>
            <a:r>
              <a:t>Payment Systems – PayPal, Easypaisa</a:t>
            </a:r>
          </a:p>
          <a:p>
            <a:r>
              <a:t>Security – SSL, encryption</a:t>
            </a:r>
          </a:p>
          <a:p>
            <a:r>
              <a:t>Databases – customer and order info</a:t>
            </a:r>
          </a:p>
          <a:p>
            <a:r>
              <a:t>CRM – manage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Daraz Order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searches &amp; adds items</a:t>
            </a:r>
          </a:p>
          <a:p>
            <a:r>
              <a:t>2. Confirms payment (COD/Easypaisa)</a:t>
            </a:r>
          </a:p>
          <a:p>
            <a:r>
              <a:t>3. Supplier processes order</a:t>
            </a:r>
          </a:p>
          <a:p>
            <a:r>
              <a:t>4. TCS delivers</a:t>
            </a:r>
          </a:p>
          <a:p>
            <a:r>
              <a:t>5. Feedback recorded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Front-End: Website/App</a:t>
            </a:r>
          </a:p>
          <a:p>
            <a:r>
              <a:t>Middleware: APIs &amp; software linking systems</a:t>
            </a:r>
          </a:p>
          <a:p>
            <a:r>
              <a:t>Back-End: Databases, inventory, payment, logistics</a:t>
            </a:r>
          </a:p>
          <a:p/>
          <a:p>
            <a:r>
              <a:t>Example: Amazon's recommendation engine connects front-end to data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Catalog, Shopping Cart, Order Management, Payment Gateway, Customer Support,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e-Commerce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Front-End: Website &amp; App</a:t>
            </a:r>
          </a:p>
          <a:p>
            <a:r>
              <a:t>Back-End: Inventory, Supplier Mgmt</a:t>
            </a:r>
          </a:p>
          <a:p>
            <a:r>
              <a:t>Middleware: Recommendations</a:t>
            </a:r>
          </a:p>
          <a:p>
            <a:r>
              <a:t>Payment: Cards, Wallets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– Amazon, Daraz</a:t>
            </a:r>
          </a:p>
          <a:p>
            <a:r>
              <a:t>Banking – HBL Konnect</a:t>
            </a:r>
          </a:p>
          <a:p>
            <a:r>
              <a:t>Education – Coursera, EdX</a:t>
            </a:r>
          </a:p>
          <a:p>
            <a:r>
              <a:t>Ticketing – PIA, BookMe</a:t>
            </a:r>
          </a:p>
          <a:p>
            <a:r>
              <a:t>Entertainment – Netflix, Spotify</a:t>
            </a:r>
          </a:p>
          <a:p>
            <a:r>
              <a:t>Freelancing – Fiverr, Upwork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reach</a:t>
            </a:r>
          </a:p>
          <a:p>
            <a:r>
              <a:t>Lower costs</a:t>
            </a:r>
          </a:p>
          <a:p>
            <a:r>
              <a:t>24/7 operations</a:t>
            </a:r>
          </a:p>
          <a:p>
            <a:r>
              <a:t>Customer insights</a:t>
            </a:r>
          </a:p>
          <a:p>
            <a:r>
              <a:t>Digital marketing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Consumers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Convenience</a:t>
            </a:r>
          </a:p>
          <a:p>
            <a:r>
              <a:t>Price comparison</a:t>
            </a:r>
          </a:p>
          <a:p>
            <a:r>
              <a:t>Home delivery</a:t>
            </a:r>
          </a:p>
          <a:p>
            <a:r>
              <a:t>Variety</a:t>
            </a:r>
          </a:p>
          <a:p>
            <a:r>
              <a:t>Secure payments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in e-Commerce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Security, Legal, Payment, Technical, Trust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Threats: Hacking, phishing</a:t>
            </a:r>
          </a:p>
          <a:p>
            <a:r>
              <a:t>Fraud: Fake sites, scams</a:t>
            </a:r>
          </a:p>
          <a:p>
            <a:r>
              <a:t>Prevention: SSL, 2FA</a:t>
            </a:r>
          </a:p>
          <a:p>
            <a:r>
              <a:t>Example: Fake Daraz sites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&amp; Ethical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violation</a:t>
            </a:r>
          </a:p>
          <a:p>
            <a:r>
              <a:t>Privacy breaches</a:t>
            </a:r>
          </a:p>
          <a:p>
            <a:r>
              <a:t>Fake ads</a:t>
            </a:r>
          </a:p>
          <a:p>
            <a:r>
              <a:t>Example: Unauthorized use of brand names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Technical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payment systems</a:t>
            </a:r>
          </a:p>
          <a:p>
            <a:r>
              <a:t>Transaction failures</a:t>
            </a:r>
          </a:p>
          <a:p>
            <a:r>
              <a:t>Site crashes (Black Friday)</a:t>
            </a:r>
          </a:p>
          <a:p>
            <a:r>
              <a:t>Solution: Strong gateways, scalable hosting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&amp; Trust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Language, currency, fear of scams</a:t>
            </a:r>
          </a:p>
          <a:p>
            <a:r>
              <a:t>Solution: Verified sellers, reviews, COD options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Activity – Design Your e-Commerce Startup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Design Your Own e-Commerce Startup</a:t>
            </a:r>
          </a:p>
          <a:p>
            <a:r>
              <a:t>Group Work (20 mins):</a:t>
            </a:r>
          </a:p>
          <a:p>
            <a:r>
              <a:t>1. Business idea &amp; target audience</a:t>
            </a:r>
          </a:p>
          <a:p>
            <a:r>
              <a:t>2. Type of model</a:t>
            </a:r>
          </a:p>
          <a:p>
            <a:r>
              <a:t>3. Payment &amp; delivery</a:t>
            </a:r>
          </a:p>
          <a:p>
            <a:r>
              <a:t>4. Challenges &amp; solutions</a:t>
            </a:r>
          </a:p>
          <a:p>
            <a:r>
              <a:t>Presentation: 2 mins/group</a:t>
            </a:r>
          </a:p>
          <a:p>
            <a:r>
              <a:t>Evaluation: Creativity, practicality, understanding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GreenMart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organic food store</a:t>
            </a:r>
          </a:p>
          <a:p>
            <a:r>
              <a:t>Model: B2C</a:t>
            </a:r>
          </a:p>
          <a:p>
            <a:r>
              <a:t>Payment: JazzCash, COD</a:t>
            </a:r>
          </a:p>
          <a:p>
            <a:r>
              <a:t>Challenges: Freshness, delays</a:t>
            </a:r>
          </a:p>
          <a:p>
            <a:r>
              <a:t>Solutions: Local farms, real-time tracking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= Digital buying/selling</a:t>
            </a:r>
          </a:p>
          <a:p>
            <a:r>
              <a:t>Key: People, Policy, Support, Partnerships</a:t>
            </a:r>
          </a:p>
          <a:p>
            <a:r>
              <a:t>Systems: Front-end, Middleware, Back-end</a:t>
            </a:r>
          </a:p>
          <a:p>
            <a:r>
              <a:t>Applications: Retail, Banking, Education</a:t>
            </a:r>
          </a:p>
          <a:p>
            <a:r>
              <a:t>Issues: Security, Legal, Payment, Trust</a:t>
            </a:r>
          </a:p>
          <a:p>
            <a:r>
              <a:t>Activity: Startup 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makes an e-Commerce business successful?</a:t>
            </a:r>
          </a:p>
          <a:p>
            <a:r>
              <a:t>2. How can Pakistan build trust in e-payments?</a:t>
            </a:r>
          </a:p>
          <a:p>
            <a:r>
              <a:t>3. Which model will grow fastest and why?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 of Lecture</a:t>
            </a:r>
          </a:p>
          <a:p>
            <a:r>
              <a:t>Questions &amp; Discussion</a:t>
            </a:r>
          </a:p>
          <a:p>
            <a:r>
              <a:t>Instructor Contact: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