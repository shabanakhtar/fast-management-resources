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720" r:id="rId1"/>
  </p:sldMasterIdLst>
  <p:notesMasterIdLst>
    <p:notesMasterId r:id="rId23"/>
  </p:notesMasterIdLst>
  <p:handoutMasterIdLst>
    <p:handoutMasterId r:id="rId24"/>
  </p:handoutMasterIdLst>
  <p:sldIdLst>
    <p:sldId id="256" r:id="rId2"/>
    <p:sldId id="279" r:id="rId3"/>
    <p:sldId id="258" r:id="rId4"/>
    <p:sldId id="259" r:id="rId5"/>
    <p:sldId id="275" r:id="rId6"/>
    <p:sldId id="274" r:id="rId7"/>
    <p:sldId id="276" r:id="rId8"/>
    <p:sldId id="277" r:id="rId9"/>
    <p:sldId id="278" r:id="rId10"/>
    <p:sldId id="273" r:id="rId11"/>
    <p:sldId id="263" r:id="rId12"/>
    <p:sldId id="281" r:id="rId13"/>
    <p:sldId id="282" r:id="rId14"/>
    <p:sldId id="283" r:id="rId15"/>
    <p:sldId id="267" r:id="rId16"/>
    <p:sldId id="285" r:id="rId17"/>
    <p:sldId id="269" r:id="rId18"/>
    <p:sldId id="286" r:id="rId19"/>
    <p:sldId id="287" r:id="rId20"/>
    <p:sldId id="288" r:id="rId21"/>
    <p:sldId id="280" r:id="rId22"/>
  </p:sldIdLst>
  <p:sldSz cx="10058400" cy="7772400"/>
  <p:notesSz cx="6858000" cy="9144000"/>
  <p:kinsoku lang="ja-JP" invalStChars="" invalEndChars=""/>
  <p:defaultTex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2448">
          <p15:clr>
            <a:srgbClr val="A4A3A4"/>
          </p15:clr>
        </p15:guide>
        <p15:guide id="2" pos="31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08"/>
  </p:normalViewPr>
  <p:slideViewPr>
    <p:cSldViewPr>
      <p:cViewPr varScale="1">
        <p:scale>
          <a:sx n="61" d="100"/>
          <a:sy n="61" d="100"/>
        </p:scale>
        <p:origin x="1482" y="72"/>
      </p:cViewPr>
      <p:guideLst>
        <p:guide orient="horz" pos="2448"/>
        <p:guide pos="3168"/>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auto">
          <a:xfrm>
            <a:off x="-4763" y="19050"/>
            <a:ext cx="2335213" cy="293688"/>
          </a:xfrm>
          <a:prstGeom prst="rect">
            <a:avLst/>
          </a:prstGeom>
          <a:noFill/>
          <a:ln>
            <a:noFill/>
          </a:ln>
        </p:spPr>
        <p:txBody>
          <a:bodyPr wrap="none" lIns="90488" tIns="44450" rIns="90488" bIns="4445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eaLnBrk="1" hangingPunct="1">
              <a:lnSpc>
                <a:spcPct val="90000"/>
              </a:lnSpc>
              <a:defRPr/>
            </a:pPr>
            <a:r>
              <a:rPr lang="en-US" altLang="en-US" sz="1400" b="1" i="1">
                <a:latin typeface="Arial" panose="020B0604020202020204" pitchFamily="34" charset="0"/>
              </a:rPr>
              <a:t>Instructor’s Visual Index</a:t>
            </a:r>
          </a:p>
        </p:txBody>
      </p:sp>
      <p:sp>
        <p:nvSpPr>
          <p:cNvPr id="3075" name="Rectangle 3"/>
          <p:cNvSpPr>
            <a:spLocks noChangeArrowheads="1"/>
          </p:cNvSpPr>
          <p:nvPr/>
        </p:nvSpPr>
        <p:spPr bwMode="auto">
          <a:xfrm>
            <a:off x="3803650" y="36513"/>
            <a:ext cx="3040063" cy="431800"/>
          </a:xfrm>
          <a:prstGeom prst="rect">
            <a:avLst/>
          </a:prstGeom>
          <a:noFill/>
          <a:ln>
            <a:noFill/>
          </a:ln>
        </p:spPr>
        <p:txBody>
          <a:bodyPr wrap="none" lIns="90488" tIns="44450" rIns="90488" bIns="4445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lgn="r" eaLnBrk="1" hangingPunct="1">
              <a:lnSpc>
                <a:spcPct val="90000"/>
              </a:lnSpc>
              <a:defRPr/>
            </a:pPr>
            <a:r>
              <a:rPr lang="en-US" altLang="en-US" sz="1200" b="1" i="1">
                <a:latin typeface="Arial" panose="020B0604020202020204" pitchFamily="34" charset="0"/>
              </a:rPr>
              <a:t>Kotler/Armstrong</a:t>
            </a:r>
          </a:p>
          <a:p>
            <a:pPr algn="r" eaLnBrk="1" hangingPunct="1">
              <a:lnSpc>
                <a:spcPct val="90000"/>
              </a:lnSpc>
              <a:defRPr/>
            </a:pPr>
            <a:r>
              <a:rPr lang="en-US" altLang="en-US" sz="1200" b="1" i="1">
                <a:latin typeface="Arial" panose="020B0604020202020204" pitchFamily="34" charset="0"/>
              </a:rPr>
              <a:t>Chapter 3:  The Marketing Environment</a:t>
            </a:r>
          </a:p>
        </p:txBody>
      </p:sp>
      <p:sp>
        <p:nvSpPr>
          <p:cNvPr id="3076" name="Rectangle 4"/>
          <p:cNvSpPr>
            <a:spLocks noChangeArrowheads="1"/>
          </p:cNvSpPr>
          <p:nvPr/>
        </p:nvSpPr>
        <p:spPr bwMode="auto">
          <a:xfrm>
            <a:off x="2182813" y="8742363"/>
            <a:ext cx="2493962" cy="365125"/>
          </a:xfrm>
          <a:prstGeom prst="rect">
            <a:avLst/>
          </a:prstGeom>
          <a:noFill/>
          <a:ln>
            <a:noFill/>
          </a:ln>
        </p:spPr>
        <p:txBody>
          <a:bodyPr lIns="47625" tIns="19050" rIns="47625" bIns="19050">
            <a:spAutoFit/>
          </a:bodyPr>
          <a:lstStyle>
            <a:lvl1pPr marL="342900" indent="-342900">
              <a:tabLst>
                <a:tab pos="457200" algn="l"/>
              </a:tabLst>
              <a:defRPr>
                <a:solidFill>
                  <a:schemeClr val="tx1"/>
                </a:solidFill>
                <a:latin typeface="Calibri" panose="020F0502020204030204" pitchFamily="34" charset="0"/>
              </a:defRPr>
            </a:lvl1pPr>
            <a:lvl2pPr marL="742950" indent="-285750">
              <a:tabLst>
                <a:tab pos="457200" algn="l"/>
              </a:tabLst>
              <a:defRPr>
                <a:solidFill>
                  <a:schemeClr val="tx1"/>
                </a:solidFill>
                <a:latin typeface="Calibri" panose="020F0502020204030204" pitchFamily="34" charset="0"/>
              </a:defRPr>
            </a:lvl2pPr>
            <a:lvl3pPr marL="1143000" indent="-228600">
              <a:tabLst>
                <a:tab pos="457200" algn="l"/>
              </a:tabLst>
              <a:defRPr>
                <a:solidFill>
                  <a:schemeClr val="tx1"/>
                </a:solidFill>
                <a:latin typeface="Calibri" panose="020F0502020204030204" pitchFamily="34" charset="0"/>
              </a:defRPr>
            </a:lvl3pPr>
            <a:lvl4pPr marL="1600200" indent="-228600">
              <a:tabLst>
                <a:tab pos="457200" algn="l"/>
              </a:tabLst>
              <a:defRPr>
                <a:solidFill>
                  <a:schemeClr val="tx1"/>
                </a:solidFill>
                <a:latin typeface="Calibri" panose="020F0502020204030204" pitchFamily="34" charset="0"/>
              </a:defRPr>
            </a:lvl4pPr>
            <a:lvl5pPr marL="2057400" indent="-228600">
              <a:tabLst>
                <a:tab pos="457200" algn="l"/>
              </a:tabLst>
              <a:defRPr>
                <a:solidFill>
                  <a:schemeClr val="tx1"/>
                </a:solidFill>
                <a:latin typeface="Calibri" panose="020F0502020204030204" pitchFamily="34" charset="0"/>
              </a:defRPr>
            </a:lvl5pPr>
            <a:lvl6pPr marL="2514600" indent="-228600" defTabSz="457200" fontAlgn="base">
              <a:spcBef>
                <a:spcPct val="0"/>
              </a:spcBef>
              <a:spcAft>
                <a:spcPct val="0"/>
              </a:spcAft>
              <a:tabLst>
                <a:tab pos="457200" algn="l"/>
              </a:tabLst>
              <a:defRPr>
                <a:solidFill>
                  <a:schemeClr val="tx1"/>
                </a:solidFill>
                <a:latin typeface="Calibri" panose="020F0502020204030204" pitchFamily="34" charset="0"/>
              </a:defRPr>
            </a:lvl6pPr>
            <a:lvl7pPr marL="2971800" indent="-228600" defTabSz="457200" fontAlgn="base">
              <a:spcBef>
                <a:spcPct val="0"/>
              </a:spcBef>
              <a:spcAft>
                <a:spcPct val="0"/>
              </a:spcAft>
              <a:tabLst>
                <a:tab pos="457200" algn="l"/>
              </a:tabLst>
              <a:defRPr>
                <a:solidFill>
                  <a:schemeClr val="tx1"/>
                </a:solidFill>
                <a:latin typeface="Calibri" panose="020F0502020204030204" pitchFamily="34" charset="0"/>
              </a:defRPr>
            </a:lvl7pPr>
            <a:lvl8pPr marL="3429000" indent="-228600" defTabSz="457200" fontAlgn="base">
              <a:spcBef>
                <a:spcPct val="0"/>
              </a:spcBef>
              <a:spcAft>
                <a:spcPct val="0"/>
              </a:spcAft>
              <a:tabLst>
                <a:tab pos="457200" algn="l"/>
              </a:tabLst>
              <a:defRPr>
                <a:solidFill>
                  <a:schemeClr val="tx1"/>
                </a:solidFill>
                <a:latin typeface="Calibri" panose="020F0502020204030204" pitchFamily="34" charset="0"/>
              </a:defRPr>
            </a:lvl8pPr>
            <a:lvl9pPr marL="3886200" indent="-228600" defTabSz="457200" fontAlgn="base">
              <a:spcBef>
                <a:spcPct val="0"/>
              </a:spcBef>
              <a:spcAft>
                <a:spcPct val="0"/>
              </a:spcAft>
              <a:tabLst>
                <a:tab pos="457200" algn="l"/>
              </a:tabLst>
              <a:defRPr>
                <a:solidFill>
                  <a:schemeClr val="tx1"/>
                </a:solidFill>
                <a:latin typeface="Calibri" panose="020F0502020204030204" pitchFamily="34" charset="0"/>
              </a:defRPr>
            </a:lvl9pPr>
          </a:lstStyle>
          <a:p>
            <a:pPr eaLnBrk="1" hangingPunct="1">
              <a:lnSpc>
                <a:spcPct val="115000"/>
              </a:lnSpc>
              <a:spcAft>
                <a:spcPct val="57000"/>
              </a:spcAft>
              <a:defRPr/>
            </a:pPr>
            <a:r>
              <a:rPr lang="en-US" altLang="en-US" sz="1200" b="1">
                <a:solidFill>
                  <a:srgbClr val="000000"/>
                </a:solidFill>
                <a:latin typeface="Symbol" panose="05050102010706020507" pitchFamily="18" charset="2"/>
              </a:rPr>
              <a:t></a:t>
            </a:r>
            <a:r>
              <a:rPr lang="en-US" altLang="en-US" sz="1200" b="1">
                <a:solidFill>
                  <a:srgbClr val="000000"/>
                </a:solidFill>
                <a:latin typeface="Helvetica" panose="020B0604020202020204" pitchFamily="34" charset="0"/>
              </a:rPr>
              <a:t> </a:t>
            </a:r>
            <a:r>
              <a:rPr lang="en-US" altLang="en-US" sz="1200" b="1">
                <a:solidFill>
                  <a:srgbClr val="000000"/>
                </a:solidFill>
                <a:latin typeface="Arial" panose="020B0604020202020204" pitchFamily="34" charset="0"/>
              </a:rPr>
              <a:t>Copyright 1999 Prentice Hall</a:t>
            </a: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2"/>
          <p:cNvSpPr>
            <a:spLocks noChangeArrowheads="1" noTextEdit="1"/>
          </p:cNvSpPr>
          <p:nvPr>
            <p:ph type="sldImg" idx="2"/>
          </p:nvPr>
        </p:nvSpPr>
        <p:spPr bwMode="auto">
          <a:xfrm>
            <a:off x="920750" y="463550"/>
            <a:ext cx="5016500" cy="3873500"/>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2051" name="Rectangle 3"/>
          <p:cNvSpPr>
            <a:spLocks noChangeArrowheads="1"/>
          </p:cNvSpPr>
          <p:nvPr/>
        </p:nvSpPr>
        <p:spPr bwMode="auto">
          <a:xfrm>
            <a:off x="390525" y="325438"/>
            <a:ext cx="3673475" cy="2617787"/>
          </a:xfrm>
          <a:prstGeom prst="rect">
            <a:avLst/>
          </a:prstGeom>
          <a:noFill/>
          <a:ln>
            <a:noFill/>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eaLnBrk="1" hangingPunct="1">
              <a:defRPr/>
            </a:pPr>
            <a:endParaRPr lang="en-US" altLang="en-US"/>
          </a:p>
        </p:txBody>
      </p:sp>
      <p:sp>
        <p:nvSpPr>
          <p:cNvPr id="13316" name="Line 4"/>
          <p:cNvSpPr>
            <a:spLocks noChangeShapeType="1"/>
          </p:cNvSpPr>
          <p:nvPr/>
        </p:nvSpPr>
        <p:spPr bwMode="auto">
          <a:xfrm>
            <a:off x="263525" y="8816975"/>
            <a:ext cx="6330950" cy="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53" name="Rectangle 5"/>
          <p:cNvSpPr>
            <a:spLocks noChangeArrowheads="1"/>
          </p:cNvSpPr>
          <p:nvPr/>
        </p:nvSpPr>
        <p:spPr bwMode="auto">
          <a:xfrm>
            <a:off x="5276850" y="8816975"/>
            <a:ext cx="1381125" cy="260350"/>
          </a:xfrm>
          <a:prstGeom prst="rect">
            <a:avLst/>
          </a:prstGeom>
          <a:noFill/>
          <a:ln w="12700">
            <a:noFill/>
            <a:miter lim="800000"/>
            <a:headEnd/>
            <a:tailEnd/>
          </a:ln>
          <a:effectLst/>
        </p:spPr>
        <p:txBody>
          <a:bodyPr wrap="none" lIns="44450" tIns="17462" rIns="44450" bIns="17462">
            <a:spAutoFit/>
          </a:bodyPr>
          <a:lstStyle>
            <a:lvl1pPr defTabSz="850900">
              <a:defRPr>
                <a:solidFill>
                  <a:schemeClr val="tx1"/>
                </a:solidFill>
                <a:latin typeface="Calibri" panose="020F0502020204030204" pitchFamily="34" charset="0"/>
              </a:defRPr>
            </a:lvl1pPr>
            <a:lvl2pPr marL="742950" indent="-285750" defTabSz="850900">
              <a:defRPr>
                <a:solidFill>
                  <a:schemeClr val="tx1"/>
                </a:solidFill>
                <a:latin typeface="Calibri" panose="020F0502020204030204" pitchFamily="34" charset="0"/>
              </a:defRPr>
            </a:lvl2pPr>
            <a:lvl3pPr marL="1143000" indent="-228600" defTabSz="850900">
              <a:defRPr>
                <a:solidFill>
                  <a:schemeClr val="tx1"/>
                </a:solidFill>
                <a:latin typeface="Calibri" panose="020F0502020204030204" pitchFamily="34" charset="0"/>
              </a:defRPr>
            </a:lvl3pPr>
            <a:lvl4pPr marL="1600200" indent="-228600" defTabSz="850900">
              <a:defRPr>
                <a:solidFill>
                  <a:schemeClr val="tx1"/>
                </a:solidFill>
                <a:latin typeface="Calibri" panose="020F0502020204030204" pitchFamily="34" charset="0"/>
              </a:defRPr>
            </a:lvl4pPr>
            <a:lvl5pPr marL="2057400" indent="-228600" defTabSz="850900">
              <a:defRPr>
                <a:solidFill>
                  <a:schemeClr val="tx1"/>
                </a:solidFill>
                <a:latin typeface="Calibri" panose="020F0502020204030204" pitchFamily="34" charset="0"/>
              </a:defRPr>
            </a:lvl5pPr>
            <a:lvl6pPr marL="2514600" indent="-228600" defTabSz="850900" eaLnBrk="0" fontAlgn="base" hangingPunct="0">
              <a:spcBef>
                <a:spcPct val="0"/>
              </a:spcBef>
              <a:spcAft>
                <a:spcPct val="0"/>
              </a:spcAft>
              <a:defRPr>
                <a:solidFill>
                  <a:schemeClr val="tx1"/>
                </a:solidFill>
                <a:latin typeface="Calibri" panose="020F0502020204030204" pitchFamily="34" charset="0"/>
              </a:defRPr>
            </a:lvl6pPr>
            <a:lvl7pPr marL="2971800" indent="-228600" defTabSz="850900" eaLnBrk="0" fontAlgn="base" hangingPunct="0">
              <a:spcBef>
                <a:spcPct val="0"/>
              </a:spcBef>
              <a:spcAft>
                <a:spcPct val="0"/>
              </a:spcAft>
              <a:defRPr>
                <a:solidFill>
                  <a:schemeClr val="tx1"/>
                </a:solidFill>
                <a:latin typeface="Calibri" panose="020F0502020204030204" pitchFamily="34" charset="0"/>
              </a:defRPr>
            </a:lvl7pPr>
            <a:lvl8pPr marL="3429000" indent="-228600" defTabSz="850900" eaLnBrk="0" fontAlgn="base" hangingPunct="0">
              <a:spcBef>
                <a:spcPct val="0"/>
              </a:spcBef>
              <a:spcAft>
                <a:spcPct val="0"/>
              </a:spcAft>
              <a:defRPr>
                <a:solidFill>
                  <a:schemeClr val="tx1"/>
                </a:solidFill>
                <a:latin typeface="Calibri" panose="020F0502020204030204" pitchFamily="34" charset="0"/>
              </a:defRPr>
            </a:lvl8pPr>
            <a:lvl9pPr marL="3886200" indent="-228600" defTabSz="850900" eaLnBrk="0" fontAlgn="base" hangingPunct="0">
              <a:spcBef>
                <a:spcPct val="0"/>
              </a:spcBef>
              <a:spcAft>
                <a:spcPct val="0"/>
              </a:spcAft>
              <a:defRPr>
                <a:solidFill>
                  <a:schemeClr val="tx1"/>
                </a:solidFill>
                <a:latin typeface="Calibri" panose="020F0502020204030204" pitchFamily="34" charset="0"/>
              </a:defRPr>
            </a:lvl9pPr>
          </a:lstStyle>
          <a:p>
            <a:pPr algn="r" eaLnBrk="1" hangingPunct="1"/>
            <a:r>
              <a:rPr lang="en-US" altLang="en-US" sz="1400" b="1">
                <a:latin typeface="Arial" panose="020B0604020202020204" pitchFamily="34" charset="0"/>
              </a:rPr>
              <a:t>Notes for 3 - </a:t>
            </a:r>
            <a:fld id="{34BB8F83-95FC-44B1-B128-034BCE52675E}" type="slidenum">
              <a:rPr lang="en-US" altLang="en-US" sz="1400" b="1">
                <a:latin typeface="Arial" panose="020B0604020202020204" pitchFamily="34" charset="0"/>
              </a:rPr>
              <a:pPr algn="r" eaLnBrk="1" hangingPunct="1"/>
              <a:t>‹#›</a:t>
            </a:fld>
            <a:endParaRPr lang="en-US" altLang="en-US" sz="1400" b="1">
              <a:latin typeface="Arial" panose="020B0604020202020204" pitchFamily="34" charset="0"/>
            </a:endParaRPr>
          </a:p>
        </p:txBody>
      </p:sp>
      <p:sp>
        <p:nvSpPr>
          <p:cNvPr id="2054" name="Rectangle 6"/>
          <p:cNvSpPr>
            <a:spLocks noChangeArrowheads="1"/>
          </p:cNvSpPr>
          <p:nvPr/>
        </p:nvSpPr>
        <p:spPr bwMode="auto">
          <a:xfrm>
            <a:off x="46038" y="8842375"/>
            <a:ext cx="2365375" cy="312738"/>
          </a:xfrm>
          <a:prstGeom prst="rect">
            <a:avLst/>
          </a:prstGeom>
          <a:noFill/>
          <a:ln>
            <a:noFill/>
          </a:ln>
        </p:spPr>
        <p:txBody>
          <a:bodyPr lIns="47625" tIns="19050" rIns="47625" bIns="19050">
            <a:spAutoFit/>
          </a:bodyPr>
          <a:lstStyle>
            <a:lvl1pPr marL="342900" indent="-342900">
              <a:tabLst>
                <a:tab pos="457200" algn="l"/>
              </a:tabLst>
              <a:defRPr>
                <a:solidFill>
                  <a:schemeClr val="tx1"/>
                </a:solidFill>
                <a:latin typeface="Calibri" panose="020F0502020204030204" pitchFamily="34" charset="0"/>
              </a:defRPr>
            </a:lvl1pPr>
            <a:lvl2pPr marL="742950" indent="-285750">
              <a:tabLst>
                <a:tab pos="457200" algn="l"/>
              </a:tabLst>
              <a:defRPr>
                <a:solidFill>
                  <a:schemeClr val="tx1"/>
                </a:solidFill>
                <a:latin typeface="Calibri" panose="020F0502020204030204" pitchFamily="34" charset="0"/>
              </a:defRPr>
            </a:lvl2pPr>
            <a:lvl3pPr marL="1143000" indent="-228600">
              <a:tabLst>
                <a:tab pos="457200" algn="l"/>
              </a:tabLst>
              <a:defRPr>
                <a:solidFill>
                  <a:schemeClr val="tx1"/>
                </a:solidFill>
                <a:latin typeface="Calibri" panose="020F0502020204030204" pitchFamily="34" charset="0"/>
              </a:defRPr>
            </a:lvl3pPr>
            <a:lvl4pPr marL="1600200" indent="-228600">
              <a:tabLst>
                <a:tab pos="457200" algn="l"/>
              </a:tabLst>
              <a:defRPr>
                <a:solidFill>
                  <a:schemeClr val="tx1"/>
                </a:solidFill>
                <a:latin typeface="Calibri" panose="020F0502020204030204" pitchFamily="34" charset="0"/>
              </a:defRPr>
            </a:lvl4pPr>
            <a:lvl5pPr marL="2057400" indent="-228600">
              <a:tabLst>
                <a:tab pos="457200" algn="l"/>
              </a:tabLst>
              <a:defRPr>
                <a:solidFill>
                  <a:schemeClr val="tx1"/>
                </a:solidFill>
                <a:latin typeface="Calibri" panose="020F0502020204030204" pitchFamily="34" charset="0"/>
              </a:defRPr>
            </a:lvl5pPr>
            <a:lvl6pPr marL="2514600" indent="-228600" defTabSz="457200" fontAlgn="base">
              <a:spcBef>
                <a:spcPct val="0"/>
              </a:spcBef>
              <a:spcAft>
                <a:spcPct val="0"/>
              </a:spcAft>
              <a:tabLst>
                <a:tab pos="457200" algn="l"/>
              </a:tabLst>
              <a:defRPr>
                <a:solidFill>
                  <a:schemeClr val="tx1"/>
                </a:solidFill>
                <a:latin typeface="Calibri" panose="020F0502020204030204" pitchFamily="34" charset="0"/>
              </a:defRPr>
            </a:lvl6pPr>
            <a:lvl7pPr marL="2971800" indent="-228600" defTabSz="457200" fontAlgn="base">
              <a:spcBef>
                <a:spcPct val="0"/>
              </a:spcBef>
              <a:spcAft>
                <a:spcPct val="0"/>
              </a:spcAft>
              <a:tabLst>
                <a:tab pos="457200" algn="l"/>
              </a:tabLst>
              <a:defRPr>
                <a:solidFill>
                  <a:schemeClr val="tx1"/>
                </a:solidFill>
                <a:latin typeface="Calibri" panose="020F0502020204030204" pitchFamily="34" charset="0"/>
              </a:defRPr>
            </a:lvl7pPr>
            <a:lvl8pPr marL="3429000" indent="-228600" defTabSz="457200" fontAlgn="base">
              <a:spcBef>
                <a:spcPct val="0"/>
              </a:spcBef>
              <a:spcAft>
                <a:spcPct val="0"/>
              </a:spcAft>
              <a:tabLst>
                <a:tab pos="457200" algn="l"/>
              </a:tabLst>
              <a:defRPr>
                <a:solidFill>
                  <a:schemeClr val="tx1"/>
                </a:solidFill>
                <a:latin typeface="Calibri" panose="020F0502020204030204" pitchFamily="34" charset="0"/>
              </a:defRPr>
            </a:lvl8pPr>
            <a:lvl9pPr marL="3886200" indent="-228600" defTabSz="457200" fontAlgn="base">
              <a:spcBef>
                <a:spcPct val="0"/>
              </a:spcBef>
              <a:spcAft>
                <a:spcPct val="0"/>
              </a:spcAft>
              <a:tabLst>
                <a:tab pos="457200" algn="l"/>
              </a:tabLst>
              <a:defRPr>
                <a:solidFill>
                  <a:schemeClr val="tx1"/>
                </a:solidFill>
                <a:latin typeface="Calibri" panose="020F0502020204030204" pitchFamily="34" charset="0"/>
              </a:defRPr>
            </a:lvl9pPr>
          </a:lstStyle>
          <a:p>
            <a:pPr eaLnBrk="1" hangingPunct="1">
              <a:lnSpc>
                <a:spcPct val="115000"/>
              </a:lnSpc>
              <a:spcAft>
                <a:spcPct val="57000"/>
              </a:spcAft>
              <a:defRPr/>
            </a:pPr>
            <a:r>
              <a:rPr lang="en-US" altLang="en-US" sz="1000">
                <a:solidFill>
                  <a:srgbClr val="000000"/>
                </a:solidFill>
                <a:latin typeface="Symbol" panose="05050102010706020507" pitchFamily="18" charset="2"/>
              </a:rPr>
              <a:t></a:t>
            </a:r>
            <a:r>
              <a:rPr lang="en-US" altLang="en-US" sz="1000">
                <a:solidFill>
                  <a:srgbClr val="000000"/>
                </a:solidFill>
                <a:latin typeface="Helvetica" panose="020B0604020202020204" pitchFamily="34" charset="0"/>
              </a:rPr>
              <a:t> </a:t>
            </a:r>
            <a:r>
              <a:rPr lang="en-US" altLang="en-US" sz="1000">
                <a:solidFill>
                  <a:srgbClr val="000000"/>
                </a:solidFill>
                <a:latin typeface="Arial" panose="020B0604020202020204" pitchFamily="34" charset="0"/>
              </a:rPr>
              <a:t>Copyright 1999 Prentice Hall</a:t>
            </a:r>
          </a:p>
        </p:txBody>
      </p:sp>
    </p:spTree>
  </p:cSld>
  <p:clrMap bg1="lt1" tx1="dk1" bg2="lt2" tx2="dk2" accent1="accent1" accent2="accent2" accent3="accent3" accent4="accent4" accent5="accent5" accent6="accent6" hlink="hlink" folHlink="folHlink"/>
  <p:notesStyle>
    <a:lvl1pPr algn="l" rtl="0" eaLnBrk="0" fontAlgn="base" hangingPunct="0">
      <a:lnSpc>
        <a:spcPct val="89000"/>
      </a:lnSpc>
      <a:spcBef>
        <a:spcPct val="40000"/>
      </a:spcBef>
      <a:spcAft>
        <a:spcPct val="0"/>
      </a:spcAft>
      <a:defRPr sz="1200" kern="1200">
        <a:solidFill>
          <a:schemeClr val="tx1"/>
        </a:solidFill>
        <a:latin typeface="Arial" pitchFamily="34" charset="0"/>
        <a:ea typeface="+mn-ea"/>
        <a:cs typeface="+mn-cs"/>
      </a:defRPr>
    </a:lvl1pPr>
    <a:lvl2pPr marL="457200" algn="l" rtl="0" eaLnBrk="0" fontAlgn="base" hangingPunct="0">
      <a:lnSpc>
        <a:spcPct val="89000"/>
      </a:lnSpc>
      <a:spcBef>
        <a:spcPct val="40000"/>
      </a:spcBef>
      <a:spcAft>
        <a:spcPct val="0"/>
      </a:spcAft>
      <a:defRPr sz="1200" kern="1200">
        <a:solidFill>
          <a:schemeClr val="tx1"/>
        </a:solidFill>
        <a:latin typeface="Arial" pitchFamily="34" charset="0"/>
        <a:ea typeface="+mn-ea"/>
        <a:cs typeface="+mn-cs"/>
      </a:defRPr>
    </a:lvl2pPr>
    <a:lvl3pPr marL="914400" algn="l" rtl="0" eaLnBrk="0" fontAlgn="base" hangingPunct="0">
      <a:lnSpc>
        <a:spcPct val="89000"/>
      </a:lnSpc>
      <a:spcBef>
        <a:spcPct val="40000"/>
      </a:spcBef>
      <a:spcAft>
        <a:spcPct val="0"/>
      </a:spcAft>
      <a:defRPr sz="1200" kern="1200">
        <a:solidFill>
          <a:schemeClr val="tx1"/>
        </a:solidFill>
        <a:latin typeface="Arial" pitchFamily="34" charset="0"/>
        <a:ea typeface="+mn-ea"/>
        <a:cs typeface="+mn-cs"/>
      </a:defRPr>
    </a:lvl3pPr>
    <a:lvl4pPr marL="1371600" algn="l" rtl="0" eaLnBrk="0" fontAlgn="base" hangingPunct="0">
      <a:lnSpc>
        <a:spcPct val="89000"/>
      </a:lnSpc>
      <a:spcBef>
        <a:spcPct val="40000"/>
      </a:spcBef>
      <a:spcAft>
        <a:spcPct val="0"/>
      </a:spcAft>
      <a:defRPr sz="1200" kern="1200">
        <a:solidFill>
          <a:schemeClr val="tx1"/>
        </a:solidFill>
        <a:latin typeface="Arial" pitchFamily="34" charset="0"/>
        <a:ea typeface="+mn-ea"/>
        <a:cs typeface="+mn-cs"/>
      </a:defRPr>
    </a:lvl4pPr>
    <a:lvl5pPr marL="1828800" algn="l" rtl="0" eaLnBrk="0" fontAlgn="base" hangingPunct="0">
      <a:lnSpc>
        <a:spcPct val="89000"/>
      </a:lnSpc>
      <a:spcBef>
        <a:spcPct val="4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p:cNvSpPr>
            <a:spLocks noChangeArrowheads="1" noTextEdit="1"/>
          </p:cNvSpPr>
          <p:nvPr>
            <p:ph type="sldImg"/>
          </p:nvPr>
        </p:nvSpPr>
        <p:spPr>
          <a:xfrm>
            <a:off x="922338" y="463550"/>
            <a:ext cx="5013325" cy="3873500"/>
          </a:xfrm>
          <a:ln cap="flat"/>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ChangeArrowheads="1" noTextEdit="1"/>
          </p:cNvSpPr>
          <p:nvPr>
            <p:ph type="sldImg"/>
          </p:nvPr>
        </p:nvSpPr>
        <p:spPr>
          <a:xfrm>
            <a:off x="922338" y="463550"/>
            <a:ext cx="5013325" cy="3873500"/>
          </a:xfrm>
          <a:ln cap="flat"/>
        </p:spPr>
      </p:sp>
      <p:sp>
        <p:nvSpPr>
          <p:cNvPr id="21506" name="Rectangle 3"/>
          <p:cNvSpPr>
            <a:spLocks noChangeArrowheads="1"/>
          </p:cNvSpPr>
          <p:nvPr/>
        </p:nvSpPr>
        <p:spPr bwMode="auto">
          <a:xfrm>
            <a:off x="76200" y="2971800"/>
            <a:ext cx="66294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spcAft>
                <a:spcPct val="50000"/>
              </a:spcAft>
            </a:pPr>
            <a:r>
              <a:rPr lang="en-US" altLang="en-US" sz="1600" b="1">
                <a:latin typeface="Arial" panose="020B0604020202020204" pitchFamily="34" charset="0"/>
              </a:rPr>
              <a:t>Microenvironmental Forces</a:t>
            </a:r>
            <a:endParaRPr lang="en-US" altLang="en-US" sz="1700" b="1">
              <a:latin typeface="Arial" panose="020B0604020202020204" pitchFamily="34" charset="0"/>
            </a:endParaRPr>
          </a:p>
          <a:p>
            <a:pPr eaLnBrk="1" hangingPunct="1">
              <a:lnSpc>
                <a:spcPct val="85000"/>
              </a:lnSpc>
              <a:spcAft>
                <a:spcPct val="50000"/>
              </a:spcAft>
            </a:pPr>
            <a:r>
              <a:rPr lang="en-US" altLang="en-US" sz="1400" b="1" i="1">
                <a:latin typeface="Arial" panose="020B0604020202020204" pitchFamily="34" charset="0"/>
              </a:rPr>
              <a:t>Suppliers</a:t>
            </a:r>
            <a:r>
              <a:rPr lang="en-US" altLang="en-US" sz="1400" b="1">
                <a:latin typeface="Arial" panose="020B0604020202020204" pitchFamily="34" charset="0"/>
              </a:rPr>
              <a:t>. Suppliers are the firms and persons that provide the resources </a:t>
            </a:r>
          </a:p>
          <a:p>
            <a:pPr eaLnBrk="1" hangingPunct="1">
              <a:lnSpc>
                <a:spcPct val="85000"/>
              </a:lnSpc>
              <a:spcAft>
                <a:spcPct val="50000"/>
              </a:spcAft>
            </a:pPr>
            <a:r>
              <a:rPr lang="en-US" altLang="en-US" sz="1400" b="1">
                <a:latin typeface="Arial" panose="020B0604020202020204" pitchFamily="34" charset="0"/>
              </a:rPr>
              <a:t>needed by the company and competitors to produce goods and services.</a:t>
            </a:r>
            <a:endParaRPr lang="en-US" altLang="en-US" sz="1400" b="1" i="1">
              <a:latin typeface="Arial" panose="020B0604020202020204" pitchFamily="34" charset="0"/>
            </a:endParaRPr>
          </a:p>
          <a:p>
            <a:pPr eaLnBrk="1" hangingPunct="1">
              <a:lnSpc>
                <a:spcPct val="85000"/>
              </a:lnSpc>
              <a:spcAft>
                <a:spcPct val="50000"/>
              </a:spcAft>
            </a:pPr>
            <a:r>
              <a:rPr lang="en-US" altLang="en-US" sz="1400" b="1" i="1">
                <a:latin typeface="Arial" panose="020B0604020202020204" pitchFamily="34" charset="0"/>
              </a:rPr>
              <a:t>Company</a:t>
            </a:r>
            <a:r>
              <a:rPr lang="en-US" altLang="en-US" sz="1400" b="1">
                <a:latin typeface="Arial" panose="020B0604020202020204" pitchFamily="34" charset="0"/>
              </a:rPr>
              <a:t>.  Marketing plans must accommodate the needs of other </a:t>
            </a:r>
          </a:p>
          <a:p>
            <a:pPr eaLnBrk="1" hangingPunct="1">
              <a:lnSpc>
                <a:spcPct val="85000"/>
              </a:lnSpc>
              <a:spcAft>
                <a:spcPct val="50000"/>
              </a:spcAft>
            </a:pPr>
            <a:r>
              <a:rPr lang="en-US" altLang="en-US" sz="1400" b="1">
                <a:latin typeface="Arial" panose="020B0604020202020204" pitchFamily="34" charset="0"/>
              </a:rPr>
              <a:t>functional areas of the firm to coordinate product/service delivery effectively </a:t>
            </a:r>
          </a:p>
          <a:p>
            <a:pPr eaLnBrk="1" hangingPunct="1">
              <a:lnSpc>
                <a:spcPct val="85000"/>
              </a:lnSpc>
              <a:spcAft>
                <a:spcPct val="50000"/>
              </a:spcAft>
            </a:pPr>
            <a:r>
              <a:rPr lang="en-US" altLang="en-US" sz="1400" b="1">
                <a:latin typeface="Arial" panose="020B0604020202020204" pitchFamily="34" charset="0"/>
              </a:rPr>
              <a:t>(See following CTR and notes.</a:t>
            </a:r>
          </a:p>
          <a:p>
            <a:pPr eaLnBrk="1" hangingPunct="1">
              <a:lnSpc>
                <a:spcPct val="85000"/>
              </a:lnSpc>
              <a:spcAft>
                <a:spcPct val="50000"/>
              </a:spcAft>
            </a:pPr>
            <a:r>
              <a:rPr lang="en-US" altLang="en-US" sz="1400" b="1" i="1">
                <a:latin typeface="Arial" panose="020B0604020202020204" pitchFamily="34" charset="0"/>
              </a:rPr>
              <a:t>Competitors</a:t>
            </a:r>
            <a:r>
              <a:rPr lang="en-US" altLang="en-US" sz="1400" b="1">
                <a:latin typeface="Arial" panose="020B0604020202020204" pitchFamily="34" charset="0"/>
              </a:rPr>
              <a:t>. Competitors are usually considered those companies also</a:t>
            </a:r>
          </a:p>
          <a:p>
            <a:pPr eaLnBrk="1" hangingPunct="1">
              <a:lnSpc>
                <a:spcPct val="85000"/>
              </a:lnSpc>
              <a:spcAft>
                <a:spcPct val="50000"/>
              </a:spcAft>
            </a:pPr>
            <a:r>
              <a:rPr lang="en-US" altLang="en-US" sz="1400" b="1">
                <a:latin typeface="Arial" panose="020B0604020202020204" pitchFamily="34" charset="0"/>
              </a:rPr>
              <a:t>serving a target market with similar products and services, although broader </a:t>
            </a:r>
          </a:p>
          <a:p>
            <a:pPr eaLnBrk="1" hangingPunct="1">
              <a:lnSpc>
                <a:spcPct val="85000"/>
              </a:lnSpc>
              <a:spcAft>
                <a:spcPct val="50000"/>
              </a:spcAft>
            </a:pPr>
            <a:r>
              <a:rPr lang="en-US" altLang="en-US" sz="1400" b="1">
                <a:latin typeface="Arial" panose="020B0604020202020204" pitchFamily="34" charset="0"/>
              </a:rPr>
              <a:t>definitions may apply.</a:t>
            </a:r>
          </a:p>
          <a:p>
            <a:pPr eaLnBrk="1" hangingPunct="1">
              <a:lnSpc>
                <a:spcPct val="85000"/>
              </a:lnSpc>
              <a:spcAft>
                <a:spcPct val="50000"/>
              </a:spcAft>
            </a:pPr>
            <a:r>
              <a:rPr lang="en-US" altLang="en-US" sz="1400" b="1" i="1">
                <a:latin typeface="Arial" panose="020B0604020202020204" pitchFamily="34" charset="0"/>
              </a:rPr>
              <a:t>Publics</a:t>
            </a:r>
            <a:r>
              <a:rPr lang="en-US" altLang="en-US" sz="1400" b="1">
                <a:latin typeface="Arial" panose="020B0604020202020204" pitchFamily="34" charset="0"/>
              </a:rPr>
              <a:t>. Publics consist of any group that perceives itself having an interest </a:t>
            </a:r>
          </a:p>
          <a:p>
            <a:pPr eaLnBrk="1" hangingPunct="1">
              <a:lnSpc>
                <a:spcPct val="85000"/>
              </a:lnSpc>
              <a:spcAft>
                <a:spcPct val="50000"/>
              </a:spcAft>
            </a:pPr>
            <a:r>
              <a:rPr lang="en-US" altLang="en-US" sz="1400" b="1">
                <a:latin typeface="Arial" panose="020B0604020202020204" pitchFamily="34" charset="0"/>
              </a:rPr>
              <a:t>in the actions of the firm.    Publics can have positive as well as negative</a:t>
            </a:r>
          </a:p>
          <a:p>
            <a:pPr eaLnBrk="1" hangingPunct="1">
              <a:lnSpc>
                <a:spcPct val="85000"/>
              </a:lnSpc>
              <a:spcAft>
                <a:spcPct val="50000"/>
              </a:spcAft>
            </a:pPr>
            <a:r>
              <a:rPr lang="en-US" altLang="en-US" sz="1400" b="1">
                <a:latin typeface="Arial" panose="020B0604020202020204" pitchFamily="34" charset="0"/>
              </a:rPr>
              <a:t> influences on the company's objectives.</a:t>
            </a:r>
          </a:p>
          <a:p>
            <a:pPr eaLnBrk="1" hangingPunct="1">
              <a:lnSpc>
                <a:spcPct val="85000"/>
              </a:lnSpc>
              <a:spcAft>
                <a:spcPct val="50000"/>
              </a:spcAft>
            </a:pPr>
            <a:r>
              <a:rPr lang="en-US" altLang="en-US" sz="1400" b="1" i="1">
                <a:latin typeface="Arial" panose="020B0604020202020204" pitchFamily="34" charset="0"/>
              </a:rPr>
              <a:t>Intermediaries</a:t>
            </a:r>
            <a:r>
              <a:rPr lang="en-US" altLang="en-US" sz="1400" b="1">
                <a:latin typeface="Arial" panose="020B0604020202020204" pitchFamily="34" charset="0"/>
              </a:rPr>
              <a:t>.  Intermediaries  include various middlemen and distribution </a:t>
            </a:r>
          </a:p>
          <a:p>
            <a:pPr eaLnBrk="1" hangingPunct="1">
              <a:lnSpc>
                <a:spcPct val="85000"/>
              </a:lnSpc>
              <a:spcAft>
                <a:spcPct val="50000"/>
              </a:spcAft>
            </a:pPr>
            <a:r>
              <a:rPr lang="en-US" altLang="en-US" sz="1400" b="1">
                <a:latin typeface="Arial" panose="020B0604020202020204" pitchFamily="34" charset="0"/>
              </a:rPr>
              <a:t>firms as well as marketing service agencies and financial institutions.</a:t>
            </a:r>
            <a:endParaRPr lang="en-US" altLang="en-US" sz="1400" b="1" i="1">
              <a:latin typeface="Arial" panose="020B0604020202020204" pitchFamily="34" charset="0"/>
            </a:endParaRPr>
          </a:p>
          <a:p>
            <a:pPr eaLnBrk="1" hangingPunct="1">
              <a:lnSpc>
                <a:spcPct val="85000"/>
              </a:lnSpc>
              <a:spcAft>
                <a:spcPct val="50000"/>
              </a:spcAft>
            </a:pPr>
            <a:r>
              <a:rPr lang="en-US" altLang="en-US" sz="1400" b="1" i="1">
                <a:latin typeface="Arial" panose="020B0604020202020204" pitchFamily="34" charset="0"/>
              </a:rPr>
              <a:t>Customers</a:t>
            </a:r>
            <a:r>
              <a:rPr lang="en-US" altLang="en-US" sz="1400" b="1">
                <a:latin typeface="Arial" panose="020B0604020202020204" pitchFamily="34" charset="0"/>
              </a:rPr>
              <a:t>.  Customers consist of consumer, industrial, reseller, government, </a:t>
            </a:r>
          </a:p>
          <a:p>
            <a:pPr eaLnBrk="1" hangingPunct="1">
              <a:lnSpc>
                <a:spcPct val="85000"/>
              </a:lnSpc>
              <a:spcAft>
                <a:spcPct val="50000"/>
              </a:spcAft>
            </a:pPr>
            <a:r>
              <a:rPr lang="en-US" altLang="en-US" sz="1400" b="1">
                <a:latin typeface="Arial" panose="020B0604020202020204" pitchFamily="34" charset="0"/>
              </a:rPr>
              <a:t>and international markets.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p:cNvSpPr>
            <a:spLocks noChangeArrowheads="1" noTextEdit="1"/>
          </p:cNvSpPr>
          <p:nvPr>
            <p:ph type="sldImg"/>
          </p:nvPr>
        </p:nvSpPr>
        <p:spPr>
          <a:xfrm>
            <a:off x="922338" y="463550"/>
            <a:ext cx="5013325" cy="3873500"/>
          </a:xfrm>
          <a:ln cap="flat"/>
        </p:spPr>
      </p:sp>
      <p:sp>
        <p:nvSpPr>
          <p:cNvPr id="29698" name="Rectangle 3"/>
          <p:cNvSpPr>
            <a:spLocks noChangeArrowheads="1"/>
          </p:cNvSpPr>
          <p:nvPr/>
        </p:nvSpPr>
        <p:spPr bwMode="auto">
          <a:xfrm>
            <a:off x="9525" y="38100"/>
            <a:ext cx="3500438" cy="280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lnSpc>
                <a:spcPct val="90000"/>
              </a:lnSpc>
              <a:spcBef>
                <a:spcPct val="50000"/>
              </a:spcBef>
            </a:pPr>
            <a:r>
              <a:rPr lang="en-US" altLang="en-US" b="1">
                <a:latin typeface="Arial" panose="020B0604020202020204" pitchFamily="34" charset="0"/>
              </a:rPr>
              <a:t>The Macroenvironment</a:t>
            </a:r>
          </a:p>
          <a:p>
            <a:pPr eaLnBrk="1" hangingPunct="1">
              <a:lnSpc>
                <a:spcPct val="90000"/>
              </a:lnSpc>
              <a:spcBef>
                <a:spcPct val="50000"/>
              </a:spcBef>
            </a:pPr>
            <a:r>
              <a:rPr lang="en-US" altLang="en-US" sz="1600" b="1">
                <a:latin typeface="Arial" panose="020B0604020202020204" pitchFamily="34" charset="0"/>
              </a:rPr>
              <a:t>This CTR corresponds to Figure 3-4  on p. 75 and relates to the material on pp. 74-92.</a:t>
            </a:r>
          </a:p>
          <a:p>
            <a:pPr eaLnBrk="1" hangingPunct="1">
              <a:lnSpc>
                <a:spcPct val="90000"/>
              </a:lnSpc>
              <a:spcBef>
                <a:spcPct val="50000"/>
              </a:spcBef>
            </a:pPr>
            <a:r>
              <a:rPr lang="en-US" altLang="en-US" sz="1600" i="1">
                <a:latin typeface="Arial" panose="020B0604020202020204" pitchFamily="34" charset="0"/>
              </a:rPr>
              <a:t>Teaching Tip:  This CTR overviews the major forces in the company’s macroenvironment.  You might use it as an introduction before exploring each area in detail.  Each of the six major forces is covered in greater detail on subsequent CTRs.</a:t>
            </a:r>
          </a:p>
        </p:txBody>
      </p:sp>
      <p:sp>
        <p:nvSpPr>
          <p:cNvPr id="29699" name="Rectangle 4"/>
          <p:cNvSpPr>
            <a:spLocks noChangeArrowheads="1"/>
          </p:cNvSpPr>
          <p:nvPr/>
        </p:nvSpPr>
        <p:spPr bwMode="auto">
          <a:xfrm>
            <a:off x="-4763" y="2938463"/>
            <a:ext cx="6840538" cy="342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lnSpc>
                <a:spcPct val="85000"/>
              </a:lnSpc>
              <a:spcAft>
                <a:spcPct val="50000"/>
              </a:spcAft>
            </a:pPr>
            <a:r>
              <a:rPr lang="en-US" altLang="en-US" sz="1600" b="1">
                <a:latin typeface="Arial" panose="020B0604020202020204" pitchFamily="34" charset="0"/>
              </a:rPr>
              <a:t>Macroenvironmental Forces</a:t>
            </a:r>
            <a:endParaRPr lang="en-US" altLang="en-US" sz="1400" b="1">
              <a:latin typeface="Arial" panose="020B0604020202020204" pitchFamily="34" charset="0"/>
            </a:endParaRPr>
          </a:p>
          <a:p>
            <a:pPr eaLnBrk="1" hangingPunct="1">
              <a:lnSpc>
                <a:spcPct val="85000"/>
              </a:lnSpc>
              <a:spcAft>
                <a:spcPct val="50000"/>
              </a:spcAft>
            </a:pPr>
            <a:r>
              <a:rPr lang="en-US" altLang="en-US" sz="1400" b="1" i="1">
                <a:latin typeface="Arial" panose="020B0604020202020204" pitchFamily="34" charset="0"/>
              </a:rPr>
              <a:t>Demographic.</a:t>
            </a:r>
            <a:r>
              <a:rPr lang="en-US" altLang="en-US" sz="1400" b="1">
                <a:latin typeface="Arial" panose="020B0604020202020204" pitchFamily="34" charset="0"/>
              </a:rPr>
              <a:t>  The demographic environment monitors population characteristics on such items as size, density, age, location.</a:t>
            </a:r>
          </a:p>
          <a:p>
            <a:pPr eaLnBrk="1" hangingPunct="1">
              <a:lnSpc>
                <a:spcPct val="85000"/>
              </a:lnSpc>
              <a:spcAft>
                <a:spcPct val="50000"/>
              </a:spcAft>
            </a:pPr>
            <a:r>
              <a:rPr lang="en-US" altLang="en-US" sz="1400" b="1" i="1">
                <a:latin typeface="Arial" panose="020B0604020202020204" pitchFamily="34" charset="0"/>
              </a:rPr>
              <a:t>Economic.</a:t>
            </a:r>
            <a:r>
              <a:rPr lang="en-US" altLang="en-US" sz="1400" b="1">
                <a:latin typeface="Arial" panose="020B0604020202020204" pitchFamily="34" charset="0"/>
              </a:rPr>
              <a:t> The economic environment includes income and spending pattern concerns.</a:t>
            </a:r>
          </a:p>
          <a:p>
            <a:pPr eaLnBrk="1" hangingPunct="1">
              <a:lnSpc>
                <a:spcPct val="85000"/>
              </a:lnSpc>
              <a:spcAft>
                <a:spcPct val="50000"/>
              </a:spcAft>
            </a:pPr>
            <a:r>
              <a:rPr lang="en-US" altLang="en-US" sz="1400" b="1" i="1">
                <a:latin typeface="Arial" panose="020B0604020202020204" pitchFamily="34" charset="0"/>
              </a:rPr>
              <a:t>Natural</a:t>
            </a:r>
            <a:r>
              <a:rPr lang="en-US" altLang="en-US" sz="1400" b="1">
                <a:latin typeface="Arial" panose="020B0604020202020204" pitchFamily="34" charset="0"/>
              </a:rPr>
              <a:t>. The natural environment addresses pollution concerns, energy costs, raw materials availability, and growing government roles in resource management.</a:t>
            </a:r>
          </a:p>
          <a:p>
            <a:pPr eaLnBrk="1" hangingPunct="1">
              <a:lnSpc>
                <a:spcPct val="85000"/>
              </a:lnSpc>
              <a:spcAft>
                <a:spcPct val="50000"/>
              </a:spcAft>
            </a:pPr>
            <a:r>
              <a:rPr lang="en-US" altLang="en-US" sz="1400" b="1" i="1">
                <a:latin typeface="Arial" panose="020B0604020202020204" pitchFamily="34" charset="0"/>
              </a:rPr>
              <a:t>Technological.</a:t>
            </a:r>
            <a:r>
              <a:rPr lang="en-US" altLang="en-US" sz="1400" b="1">
                <a:latin typeface="Arial" panose="020B0604020202020204" pitchFamily="34" charset="0"/>
              </a:rPr>
              <a:t> The technological environment includes such issues as the fast pace of change, emerging product forms, and high R&amp;D.</a:t>
            </a:r>
          </a:p>
          <a:p>
            <a:pPr eaLnBrk="1" hangingPunct="1">
              <a:lnSpc>
                <a:spcPct val="85000"/>
              </a:lnSpc>
              <a:spcAft>
                <a:spcPct val="50000"/>
              </a:spcAft>
            </a:pPr>
            <a:r>
              <a:rPr lang="en-US" altLang="en-US" sz="1400" b="1" i="1">
                <a:latin typeface="Arial" panose="020B0604020202020204" pitchFamily="34" charset="0"/>
              </a:rPr>
              <a:t>Political</a:t>
            </a:r>
            <a:r>
              <a:rPr lang="en-US" altLang="en-US" sz="1400" b="1">
                <a:latin typeface="Arial" panose="020B0604020202020204" pitchFamily="34" charset="0"/>
              </a:rPr>
              <a:t>.  The political environment addresses the role of government and policy in the regulation of business.</a:t>
            </a:r>
          </a:p>
          <a:p>
            <a:pPr eaLnBrk="1" hangingPunct="1">
              <a:lnSpc>
                <a:spcPct val="85000"/>
              </a:lnSpc>
              <a:spcAft>
                <a:spcPct val="50000"/>
              </a:spcAft>
            </a:pPr>
            <a:r>
              <a:rPr lang="en-US" altLang="en-US" sz="1400" b="1" i="1">
                <a:latin typeface="Arial" panose="020B0604020202020204" pitchFamily="34" charset="0"/>
              </a:rPr>
              <a:t>Cultural</a:t>
            </a:r>
            <a:r>
              <a:rPr lang="en-US" altLang="en-US" sz="1400" b="1">
                <a:latin typeface="Arial" panose="020B0604020202020204" pitchFamily="34" charset="0"/>
              </a:rPr>
              <a:t>.  The cultural environment recognizes the influence of values and beliefs of a society on purchase decisions and consumption patterns.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p:cNvSpPr>
            <a:spLocks noChangeArrowheads="1"/>
          </p:cNvSpPr>
          <p:nvPr/>
        </p:nvSpPr>
        <p:spPr bwMode="auto">
          <a:xfrm>
            <a:off x="60325" y="1793875"/>
            <a:ext cx="22118638" cy="2474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sz="2400">
              <a:latin typeface="Times New Roman" panose="02020603050405020304" pitchFamily="18" charset="0"/>
            </a:endParaRPr>
          </a:p>
        </p:txBody>
      </p:sp>
      <p:sp>
        <p:nvSpPr>
          <p:cNvPr id="34818" name="Rectangle 3"/>
          <p:cNvSpPr>
            <a:spLocks noChangeArrowheads="1"/>
          </p:cNvSpPr>
          <p:nvPr/>
        </p:nvSpPr>
        <p:spPr bwMode="auto">
          <a:xfrm>
            <a:off x="-4763" y="3957638"/>
            <a:ext cx="6791326" cy="4938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lnSpc>
                <a:spcPct val="85000"/>
              </a:lnSpc>
              <a:spcAft>
                <a:spcPct val="48000"/>
              </a:spcAft>
            </a:pPr>
            <a:r>
              <a:rPr lang="en-US" altLang="en-US" sz="1600" b="1">
                <a:latin typeface="Arial" panose="020B0604020202020204" pitchFamily="34" charset="0"/>
              </a:rPr>
              <a:t>Natural Environment</a:t>
            </a:r>
            <a:endParaRPr lang="en-US" altLang="en-US" b="1">
              <a:latin typeface="Arial" panose="020B0604020202020204" pitchFamily="34" charset="0"/>
            </a:endParaRPr>
          </a:p>
          <a:p>
            <a:pPr eaLnBrk="1" hangingPunct="1">
              <a:lnSpc>
                <a:spcPct val="85000"/>
              </a:lnSpc>
              <a:spcAft>
                <a:spcPct val="48000"/>
              </a:spcAft>
            </a:pPr>
            <a:r>
              <a:rPr lang="en-US" altLang="en-US" sz="1400" b="1">
                <a:latin typeface="Arial" panose="020B0604020202020204" pitchFamily="34" charset="0"/>
              </a:rPr>
              <a:t>There are several areas affecting marketing that stem from the natural environment. </a:t>
            </a:r>
            <a:r>
              <a:rPr lang="en-US" altLang="en-US" sz="1400" b="1" i="1">
                <a:latin typeface="Arial" panose="020B0604020202020204" pitchFamily="34" charset="0"/>
              </a:rPr>
              <a:t> </a:t>
            </a:r>
          </a:p>
          <a:p>
            <a:pPr eaLnBrk="1" hangingPunct="1">
              <a:lnSpc>
                <a:spcPct val="85000"/>
              </a:lnSpc>
              <a:spcAft>
                <a:spcPct val="48000"/>
              </a:spcAft>
            </a:pPr>
            <a:r>
              <a:rPr lang="en-US" altLang="en-US" sz="1400" b="1" i="1">
                <a:latin typeface="Arial" panose="020B0604020202020204" pitchFamily="34" charset="0"/>
              </a:rPr>
              <a:t>Shortages of Raw Materials.</a:t>
            </a:r>
            <a:r>
              <a:rPr lang="en-US" altLang="en-US" sz="1400" b="1">
                <a:latin typeface="Arial" panose="020B0604020202020204" pitchFamily="34" charset="0"/>
              </a:rPr>
              <a:t>   Shortages both increase demand and sprout counter-movements aimed at conservation.  </a:t>
            </a:r>
          </a:p>
          <a:p>
            <a:pPr eaLnBrk="1" hangingPunct="1">
              <a:lnSpc>
                <a:spcPct val="85000"/>
              </a:lnSpc>
              <a:spcAft>
                <a:spcPct val="48000"/>
              </a:spcAft>
            </a:pPr>
            <a:r>
              <a:rPr lang="en-US" altLang="en-US" sz="1400" i="1">
                <a:latin typeface="Arial" panose="020B0604020202020204" pitchFamily="34" charset="0"/>
              </a:rPr>
              <a:t>Discussion Note:  Both sides of the "green" movement utilize sophisticated database marketing and lobbying techniques.</a:t>
            </a:r>
            <a:r>
              <a:rPr lang="en-US" altLang="en-US" sz="1400" b="1">
                <a:latin typeface="Arial" panose="020B0604020202020204" pitchFamily="34" charset="0"/>
              </a:rPr>
              <a:t> </a:t>
            </a:r>
          </a:p>
          <a:p>
            <a:pPr eaLnBrk="1" hangingPunct="1">
              <a:lnSpc>
                <a:spcPct val="85000"/>
              </a:lnSpc>
              <a:spcAft>
                <a:spcPct val="48000"/>
              </a:spcAft>
            </a:pPr>
            <a:r>
              <a:rPr lang="en-US" altLang="en-US" sz="1400" b="1" i="1">
                <a:latin typeface="Arial" panose="020B0604020202020204" pitchFamily="34" charset="0"/>
              </a:rPr>
              <a:t>Energy Costs.</a:t>
            </a:r>
            <a:r>
              <a:rPr lang="en-US" altLang="en-US" sz="1400" b="1">
                <a:latin typeface="Arial" panose="020B0604020202020204" pitchFamily="34" charset="0"/>
              </a:rPr>
              <a:t>  The cost of energy makes long-term growth of high energy industries and goods difficult to predict.  </a:t>
            </a:r>
          </a:p>
          <a:p>
            <a:pPr eaLnBrk="1" hangingPunct="1">
              <a:lnSpc>
                <a:spcPct val="85000"/>
              </a:lnSpc>
              <a:spcAft>
                <a:spcPct val="48000"/>
              </a:spcAft>
            </a:pPr>
            <a:r>
              <a:rPr lang="en-US" altLang="en-US" sz="1400" b="1" i="1">
                <a:latin typeface="Arial" panose="020B0604020202020204" pitchFamily="34" charset="0"/>
              </a:rPr>
              <a:t>Increased Pollution</a:t>
            </a:r>
            <a:r>
              <a:rPr lang="en-US" altLang="en-US" sz="1400" b="1">
                <a:latin typeface="Arial" panose="020B0604020202020204" pitchFamily="34" charset="0"/>
              </a:rPr>
              <a:t>.  Industrial growth almost always damages the natural environment.  The so-called “green movement” seeks to operate businesses in such a way so as not to damage the natural environment.  The varying political power of “greens” in different countries is a consideration in global marketing efforts.</a:t>
            </a:r>
          </a:p>
          <a:p>
            <a:pPr eaLnBrk="1" hangingPunct="1">
              <a:lnSpc>
                <a:spcPct val="85000"/>
              </a:lnSpc>
              <a:spcAft>
                <a:spcPct val="48000"/>
              </a:spcAft>
            </a:pPr>
            <a:r>
              <a:rPr lang="en-US" altLang="en-US" sz="1400" b="1" i="1">
                <a:latin typeface="Arial" panose="020B0604020202020204" pitchFamily="34" charset="0"/>
              </a:rPr>
              <a:t>Government Intervention in Natural Resource Management.    </a:t>
            </a:r>
            <a:r>
              <a:rPr lang="en-US" altLang="en-US" sz="1400" b="1">
                <a:latin typeface="Arial" panose="020B0604020202020204" pitchFamily="34" charset="0"/>
              </a:rPr>
              <a:t>Changing philosophies on the role of government in managing natural resources also blends into the legal environment.  Marketers must take care in identifying natural environmental trends.</a:t>
            </a:r>
          </a:p>
          <a:p>
            <a:pPr eaLnBrk="1" hangingPunct="1">
              <a:lnSpc>
                <a:spcPct val="85000"/>
              </a:lnSpc>
              <a:spcAft>
                <a:spcPct val="48000"/>
              </a:spcAft>
            </a:pPr>
            <a:r>
              <a:rPr lang="en-US" altLang="en-US" sz="1400" i="1">
                <a:latin typeface="Arial" panose="020B0604020202020204" pitchFamily="34" charset="0"/>
              </a:rPr>
              <a:t>Discussion Note:  You might further expand this discussion by pointing out that even agencies like the EPA vary greatly in the amount of environmental regulation they perform depending upon funding and the agenda of whoever occupies the White House.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p:cNvSpPr>
            <a:spLocks noChangeArrowheads="1" noTextEdit="1"/>
          </p:cNvSpPr>
          <p:nvPr>
            <p:ph type="sldImg"/>
          </p:nvPr>
        </p:nvSpPr>
        <p:spPr>
          <a:xfrm>
            <a:off x="922338" y="463550"/>
            <a:ext cx="5013325" cy="3873500"/>
          </a:xfrm>
          <a:ln cap="flat"/>
        </p:spPr>
      </p:sp>
      <p:sp>
        <p:nvSpPr>
          <p:cNvPr id="37890" name="Rectangle 3"/>
          <p:cNvSpPr>
            <a:spLocks noChangeArrowheads="1"/>
          </p:cNvSpPr>
          <p:nvPr/>
        </p:nvSpPr>
        <p:spPr bwMode="auto">
          <a:xfrm>
            <a:off x="9525" y="38100"/>
            <a:ext cx="2890838" cy="1160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lnSpc>
                <a:spcPct val="90000"/>
              </a:lnSpc>
              <a:spcBef>
                <a:spcPct val="50000"/>
              </a:spcBef>
            </a:pPr>
            <a:r>
              <a:rPr lang="en-US" altLang="en-US" b="1">
                <a:latin typeface="Arial" panose="020B0604020202020204" pitchFamily="34" charset="0"/>
              </a:rPr>
              <a:t>Technological Environment</a:t>
            </a:r>
          </a:p>
          <a:p>
            <a:pPr eaLnBrk="1" hangingPunct="1">
              <a:lnSpc>
                <a:spcPct val="90000"/>
              </a:lnSpc>
              <a:spcBef>
                <a:spcPct val="50000"/>
              </a:spcBef>
            </a:pPr>
            <a:r>
              <a:rPr lang="en-US" altLang="en-US" sz="1600" b="1">
                <a:latin typeface="Arial" panose="020B0604020202020204" pitchFamily="34" charset="0"/>
              </a:rPr>
              <a:t>This CTR relates to the material on pp. 83-84.</a:t>
            </a:r>
          </a:p>
        </p:txBody>
      </p:sp>
      <p:sp>
        <p:nvSpPr>
          <p:cNvPr id="37891" name="Rectangle 4"/>
          <p:cNvSpPr>
            <a:spLocks noChangeArrowheads="1"/>
          </p:cNvSpPr>
          <p:nvPr/>
        </p:nvSpPr>
        <p:spPr bwMode="auto">
          <a:xfrm>
            <a:off x="38100" y="2909888"/>
            <a:ext cx="6811963" cy="490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lnSpc>
                <a:spcPct val="90000"/>
              </a:lnSpc>
              <a:spcBef>
                <a:spcPct val="50000"/>
              </a:spcBef>
            </a:pPr>
            <a:r>
              <a:rPr lang="en-US" altLang="en-US" sz="1600" b="1">
                <a:latin typeface="Arial" panose="020B0604020202020204" pitchFamily="34" charset="0"/>
              </a:rPr>
              <a:t>Technological Environment</a:t>
            </a:r>
          </a:p>
          <a:p>
            <a:pPr eaLnBrk="1" hangingPunct="1">
              <a:lnSpc>
                <a:spcPct val="90000"/>
              </a:lnSpc>
              <a:spcBef>
                <a:spcPct val="50000"/>
              </a:spcBef>
            </a:pPr>
            <a:r>
              <a:rPr lang="en-US" altLang="en-US" sz="1400" b="1">
                <a:latin typeface="Arial" panose="020B0604020202020204" pitchFamily="34" charset="0"/>
              </a:rPr>
              <a:t>Key forces operating in the technological environment include:</a:t>
            </a:r>
          </a:p>
          <a:p>
            <a:pPr eaLnBrk="1" hangingPunct="1">
              <a:lnSpc>
                <a:spcPct val="90000"/>
              </a:lnSpc>
              <a:spcBef>
                <a:spcPct val="50000"/>
              </a:spcBef>
            </a:pPr>
            <a:r>
              <a:rPr lang="en-US" altLang="en-US" sz="1400" b="1" i="1">
                <a:latin typeface="Arial" panose="020B0604020202020204" pitchFamily="34" charset="0"/>
              </a:rPr>
              <a:t>Fast Pace of Technological Change</a:t>
            </a:r>
            <a:r>
              <a:rPr lang="en-US" altLang="en-US" sz="1400" b="1">
                <a:latin typeface="Arial" panose="020B0604020202020204" pitchFamily="34" charset="0"/>
              </a:rPr>
              <a:t>.  Anyone trying to learn all the features of their current software programs before they are updated and outdated understands this force.</a:t>
            </a:r>
          </a:p>
          <a:p>
            <a:pPr eaLnBrk="1" hangingPunct="1">
              <a:lnSpc>
                <a:spcPct val="90000"/>
              </a:lnSpc>
              <a:spcBef>
                <a:spcPct val="50000"/>
              </a:spcBef>
            </a:pPr>
            <a:r>
              <a:rPr lang="en-US" altLang="en-US" sz="1400" i="1">
                <a:latin typeface="Arial" panose="020B0604020202020204" pitchFamily="34" charset="0"/>
              </a:rPr>
              <a:t>Teaching Tip:  You might point out to students raised on Star Trek and Star Wars how much of yesterday's sci-fi is already coming true.  Cellular phones as Star Trek-type communicators might get class discussion going. </a:t>
            </a:r>
            <a:endParaRPr lang="en-US" altLang="en-US" sz="1400" b="1">
              <a:latin typeface="Arial" panose="020B0604020202020204" pitchFamily="34" charset="0"/>
            </a:endParaRPr>
          </a:p>
          <a:p>
            <a:pPr eaLnBrk="1" hangingPunct="1">
              <a:lnSpc>
                <a:spcPct val="90000"/>
              </a:lnSpc>
              <a:spcBef>
                <a:spcPct val="50000"/>
              </a:spcBef>
            </a:pPr>
            <a:r>
              <a:rPr lang="en-US" altLang="en-US" sz="1400" b="1" i="1">
                <a:latin typeface="Arial" panose="020B0604020202020204" pitchFamily="34" charset="0"/>
              </a:rPr>
              <a:t>High R&amp;D Budgets</a:t>
            </a:r>
            <a:r>
              <a:rPr lang="en-US" altLang="en-US" sz="1400" b="1">
                <a:latin typeface="Arial" panose="020B0604020202020204" pitchFamily="34" charset="0"/>
              </a:rPr>
              <a:t>.  The United States spends more on research and development than any other country.  Placing marketing personnel on research teams can help focus research efforts on consumer needs and practical applications.</a:t>
            </a:r>
          </a:p>
          <a:p>
            <a:pPr eaLnBrk="1" hangingPunct="1">
              <a:lnSpc>
                <a:spcPct val="90000"/>
              </a:lnSpc>
              <a:spcBef>
                <a:spcPct val="50000"/>
              </a:spcBef>
            </a:pPr>
            <a:r>
              <a:rPr lang="en-US" altLang="en-US" sz="1400" b="1" i="1">
                <a:latin typeface="Arial" panose="020B0604020202020204" pitchFamily="34" charset="0"/>
              </a:rPr>
              <a:t>Focus on Minor Improvements</a:t>
            </a:r>
            <a:r>
              <a:rPr lang="en-US" altLang="en-US" sz="1400" b="1">
                <a:latin typeface="Arial" panose="020B0604020202020204" pitchFamily="34" charset="0"/>
              </a:rPr>
              <a:t>.  Risk factors associated with high costs of development often lead to minor improvements over substantive product changes.  </a:t>
            </a:r>
          </a:p>
          <a:p>
            <a:pPr eaLnBrk="1" hangingPunct="1">
              <a:lnSpc>
                <a:spcPct val="90000"/>
              </a:lnSpc>
              <a:spcBef>
                <a:spcPct val="50000"/>
              </a:spcBef>
            </a:pPr>
            <a:r>
              <a:rPr lang="en-US" altLang="en-US" sz="1400" i="1">
                <a:latin typeface="Arial" panose="020B0604020202020204" pitchFamily="34" charset="0"/>
              </a:rPr>
              <a:t>Discussion Note:  While minor improvements help keep products "fresh" to the market, marketers must anticipate that changing consumer needs will limit the competitiveness of too little innovation.</a:t>
            </a:r>
            <a:endParaRPr lang="en-US" altLang="en-US" sz="1400" b="1">
              <a:latin typeface="Arial" panose="020B0604020202020204" pitchFamily="34" charset="0"/>
            </a:endParaRPr>
          </a:p>
          <a:p>
            <a:pPr eaLnBrk="1" hangingPunct="1">
              <a:lnSpc>
                <a:spcPct val="90000"/>
              </a:lnSpc>
              <a:spcBef>
                <a:spcPct val="50000"/>
              </a:spcBef>
            </a:pPr>
            <a:r>
              <a:rPr lang="en-US" altLang="en-US" sz="1400" b="1" i="1">
                <a:latin typeface="Arial" panose="020B0604020202020204" pitchFamily="34" charset="0"/>
              </a:rPr>
              <a:t>Increased Government Regulation</a:t>
            </a:r>
            <a:r>
              <a:rPr lang="en-US" altLang="en-US" sz="1400" b="1">
                <a:latin typeface="Arial" panose="020B0604020202020204" pitchFamily="34" charset="0"/>
              </a:rPr>
              <a:t>.  Faster introduction of increasingly complex products often leads to greater regulation as consumers seek assurances that products are tested and safe.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272011"/>
            <a:ext cx="8549640" cy="2705947"/>
          </a:xfrm>
        </p:spPr>
        <p:txBody>
          <a:bodyPr anchor="b"/>
          <a:lstStyle>
            <a:lvl1pPr algn="ctr">
              <a:defRPr sz="6600"/>
            </a:lvl1pPr>
          </a:lstStyle>
          <a:p>
            <a:r>
              <a:rPr lang="en-US"/>
              <a:t>Click to edit Master title style</a:t>
            </a:r>
            <a:endParaRPr lang="en-US" dirty="0"/>
          </a:p>
        </p:txBody>
      </p:sp>
      <p:sp>
        <p:nvSpPr>
          <p:cNvPr id="3" name="Subtitle 2"/>
          <p:cNvSpPr>
            <a:spLocks noGrp="1"/>
          </p:cNvSpPr>
          <p:nvPr>
            <p:ph type="subTitle" idx="1"/>
          </p:nvPr>
        </p:nvSpPr>
        <p:spPr>
          <a:xfrm>
            <a:off x="1257300" y="4082310"/>
            <a:ext cx="7543800" cy="1876530"/>
          </a:xfrm>
        </p:spPr>
        <p:txBody>
          <a:bodyPr/>
          <a:lstStyle>
            <a:lvl1pPr marL="0" indent="0" algn="ctr">
              <a:buNone/>
              <a:defRPr sz="2640"/>
            </a:lvl1pPr>
            <a:lvl2pPr marL="502920" indent="0" algn="ctr">
              <a:buNone/>
              <a:defRPr sz="2200"/>
            </a:lvl2pPr>
            <a:lvl3pPr marL="1005840" indent="0" algn="ctr">
              <a:buNone/>
              <a:defRPr sz="1980"/>
            </a:lvl3pPr>
            <a:lvl4pPr marL="1508760" indent="0" algn="ctr">
              <a:buNone/>
              <a:defRPr sz="1760"/>
            </a:lvl4pPr>
            <a:lvl5pPr marL="2011680" indent="0" algn="ctr">
              <a:buNone/>
              <a:defRPr sz="1760"/>
            </a:lvl5pPr>
            <a:lvl6pPr marL="2514600" indent="0" algn="ctr">
              <a:buNone/>
              <a:defRPr sz="1760"/>
            </a:lvl6pPr>
            <a:lvl7pPr marL="3017520" indent="0" algn="ctr">
              <a:buNone/>
              <a:defRPr sz="1760"/>
            </a:lvl7pPr>
            <a:lvl8pPr marL="3520440" indent="0" algn="ctr">
              <a:buNone/>
              <a:defRPr sz="1760"/>
            </a:lvl8pPr>
            <a:lvl9pPr marL="4023360" indent="0" algn="ctr">
              <a:buNone/>
              <a:defRPr sz="176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DDBE805C-CC5C-4CE8-9C29-B6CF5837ACA8}" type="datetimeFigureOut">
              <a:rPr lang="en-US"/>
              <a:pPr>
                <a:defRPr/>
              </a:pPr>
              <a:t>8/22/2025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B5431B47-393F-491B-8572-54070C77E529}" type="slidenum">
              <a:rPr lang="en-US" altLang="en-US"/>
              <a:pPr/>
              <a:t>‹#›</a:t>
            </a:fld>
            <a:endParaRPr lang="en-US" altLang="en-US"/>
          </a:p>
        </p:txBody>
      </p:sp>
    </p:spTree>
    <p:extLst>
      <p:ext uri="{BB962C8B-B14F-4D97-AF65-F5344CB8AC3E}">
        <p14:creationId xmlns:p14="http://schemas.microsoft.com/office/powerpoint/2010/main" val="6397288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273DD0A7-AE81-4FA2-8914-41DD8631E8DD}" type="datetimeFigureOut">
              <a:rPr lang="en-US"/>
              <a:pPr>
                <a:defRPr/>
              </a:pPr>
              <a:t>8/22/2025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3A627022-B575-4B42-9359-58F7F93E4C81}" type="slidenum">
              <a:rPr lang="en-US" altLang="en-US"/>
              <a:pPr/>
              <a:t>‹#›</a:t>
            </a:fld>
            <a:endParaRPr lang="en-US" altLang="en-US"/>
          </a:p>
        </p:txBody>
      </p:sp>
    </p:spTree>
    <p:extLst>
      <p:ext uri="{BB962C8B-B14F-4D97-AF65-F5344CB8AC3E}">
        <p14:creationId xmlns:p14="http://schemas.microsoft.com/office/powerpoint/2010/main" val="10901945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6277" y="1937705"/>
            <a:ext cx="8675370" cy="3233102"/>
          </a:xfrm>
        </p:spPr>
        <p:txBody>
          <a:bodyPr anchor="b"/>
          <a:lstStyle>
            <a:lvl1pPr>
              <a:defRPr sz="6600"/>
            </a:lvl1pPr>
          </a:lstStyle>
          <a:p>
            <a:r>
              <a:rPr lang="en-US"/>
              <a:t>Click to edit Master title style</a:t>
            </a:r>
            <a:endParaRPr lang="en-US" dirty="0"/>
          </a:p>
        </p:txBody>
      </p:sp>
      <p:sp>
        <p:nvSpPr>
          <p:cNvPr id="3" name="Text Placeholder 2"/>
          <p:cNvSpPr>
            <a:spLocks noGrp="1"/>
          </p:cNvSpPr>
          <p:nvPr>
            <p:ph type="body" idx="1"/>
          </p:nvPr>
        </p:nvSpPr>
        <p:spPr>
          <a:xfrm>
            <a:off x="686277" y="5201393"/>
            <a:ext cx="8675370" cy="1700212"/>
          </a:xfrm>
        </p:spPr>
        <p:txBody>
          <a:bodyPr/>
          <a:lstStyle>
            <a:lvl1pPr marL="0" indent="0">
              <a:buNone/>
              <a:defRPr sz="2640">
                <a:solidFill>
                  <a:schemeClr val="tx1"/>
                </a:solidFill>
              </a:defRPr>
            </a:lvl1pPr>
            <a:lvl2pPr marL="502920" indent="0">
              <a:buNone/>
              <a:defRPr sz="2200">
                <a:solidFill>
                  <a:schemeClr val="tx1">
                    <a:tint val="75000"/>
                  </a:schemeClr>
                </a:solidFill>
              </a:defRPr>
            </a:lvl2pPr>
            <a:lvl3pPr marL="1005840" indent="0">
              <a:buNone/>
              <a:defRPr sz="1980">
                <a:solidFill>
                  <a:schemeClr val="tx1">
                    <a:tint val="75000"/>
                  </a:schemeClr>
                </a:solidFill>
              </a:defRPr>
            </a:lvl3pPr>
            <a:lvl4pPr marL="1508760" indent="0">
              <a:buNone/>
              <a:defRPr sz="1760">
                <a:solidFill>
                  <a:schemeClr val="tx1">
                    <a:tint val="75000"/>
                  </a:schemeClr>
                </a:solidFill>
              </a:defRPr>
            </a:lvl4pPr>
            <a:lvl5pPr marL="2011680" indent="0">
              <a:buNone/>
              <a:defRPr sz="1760">
                <a:solidFill>
                  <a:schemeClr val="tx1">
                    <a:tint val="75000"/>
                  </a:schemeClr>
                </a:solidFill>
              </a:defRPr>
            </a:lvl5pPr>
            <a:lvl6pPr marL="2514600" indent="0">
              <a:buNone/>
              <a:defRPr sz="1760">
                <a:solidFill>
                  <a:schemeClr val="tx1">
                    <a:tint val="75000"/>
                  </a:schemeClr>
                </a:solidFill>
              </a:defRPr>
            </a:lvl6pPr>
            <a:lvl7pPr marL="3017520" indent="0">
              <a:buNone/>
              <a:defRPr sz="1760">
                <a:solidFill>
                  <a:schemeClr val="tx1">
                    <a:tint val="75000"/>
                  </a:schemeClr>
                </a:solidFill>
              </a:defRPr>
            </a:lvl7pPr>
            <a:lvl8pPr marL="3520440" indent="0">
              <a:buNone/>
              <a:defRPr sz="1760">
                <a:solidFill>
                  <a:schemeClr val="tx1">
                    <a:tint val="75000"/>
                  </a:schemeClr>
                </a:solidFill>
              </a:defRPr>
            </a:lvl8pPr>
            <a:lvl9pPr marL="4023360" indent="0">
              <a:buNone/>
              <a:defRPr sz="176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vl1pPr>
          </a:lstStyle>
          <a:p>
            <a:pPr>
              <a:defRPr/>
            </a:pPr>
            <a:fld id="{9B36FCF6-CA31-4426-A9C3-BA1862FF23CF}" type="datetimeFigureOut">
              <a:rPr lang="en-US"/>
              <a:pPr>
                <a:defRPr/>
              </a:pPr>
              <a:t>8/22/2025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26D34BC2-96E9-442B-B29C-88C07282E68F}" type="slidenum">
              <a:rPr lang="en-US" altLang="en-US"/>
              <a:pPr/>
              <a:t>‹#›</a:t>
            </a:fld>
            <a:endParaRPr lang="en-US" altLang="en-US"/>
          </a:p>
        </p:txBody>
      </p:sp>
    </p:spTree>
    <p:extLst>
      <p:ext uri="{BB962C8B-B14F-4D97-AF65-F5344CB8AC3E}">
        <p14:creationId xmlns:p14="http://schemas.microsoft.com/office/powerpoint/2010/main" val="11979055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91515" y="2069042"/>
            <a:ext cx="4274820" cy="493151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92065" y="2069042"/>
            <a:ext cx="4274820" cy="493151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BAD36A69-28E8-46F2-A7C3-C15869AAB2D1}" type="datetimeFigureOut">
              <a:rPr lang="en-US"/>
              <a:pPr>
                <a:defRPr/>
              </a:pPr>
              <a:t>8/22/2025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40137251-C121-4508-921C-68541D58E68D}" type="slidenum">
              <a:rPr lang="en-US" altLang="en-US"/>
              <a:pPr/>
              <a:t>‹#›</a:t>
            </a:fld>
            <a:endParaRPr lang="en-US" altLang="en-US"/>
          </a:p>
        </p:txBody>
      </p:sp>
    </p:spTree>
    <p:extLst>
      <p:ext uri="{BB962C8B-B14F-4D97-AF65-F5344CB8AC3E}">
        <p14:creationId xmlns:p14="http://schemas.microsoft.com/office/powerpoint/2010/main" val="12936937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2825" y="413810"/>
            <a:ext cx="8675370" cy="1502305"/>
          </a:xfrm>
        </p:spPr>
        <p:txBody>
          <a:bodyPr/>
          <a:lstStyle/>
          <a:p>
            <a:r>
              <a:rPr lang="en-US"/>
              <a:t>Click to edit Master title style</a:t>
            </a:r>
            <a:endParaRPr lang="en-US" dirty="0"/>
          </a:p>
        </p:txBody>
      </p:sp>
      <p:sp>
        <p:nvSpPr>
          <p:cNvPr id="3" name="Text Placeholder 2"/>
          <p:cNvSpPr>
            <a:spLocks noGrp="1"/>
          </p:cNvSpPr>
          <p:nvPr>
            <p:ph type="body" idx="1"/>
          </p:nvPr>
        </p:nvSpPr>
        <p:spPr>
          <a:xfrm>
            <a:off x="692826" y="1905318"/>
            <a:ext cx="4255174" cy="933767"/>
          </a:xfrm>
        </p:spPr>
        <p:txBody>
          <a:bodyPr anchor="b"/>
          <a:lstStyle>
            <a:lvl1pPr marL="0" indent="0">
              <a:buNone/>
              <a:defRPr sz="2640" b="1"/>
            </a:lvl1pPr>
            <a:lvl2pPr marL="502920" indent="0">
              <a:buNone/>
              <a:defRPr sz="2200" b="1"/>
            </a:lvl2pPr>
            <a:lvl3pPr marL="1005840" indent="0">
              <a:buNone/>
              <a:defRPr sz="1980" b="1"/>
            </a:lvl3pPr>
            <a:lvl4pPr marL="1508760" indent="0">
              <a:buNone/>
              <a:defRPr sz="1760" b="1"/>
            </a:lvl4pPr>
            <a:lvl5pPr marL="2011680" indent="0">
              <a:buNone/>
              <a:defRPr sz="1760" b="1"/>
            </a:lvl5pPr>
            <a:lvl6pPr marL="2514600" indent="0">
              <a:buNone/>
              <a:defRPr sz="1760" b="1"/>
            </a:lvl6pPr>
            <a:lvl7pPr marL="3017520" indent="0">
              <a:buNone/>
              <a:defRPr sz="1760" b="1"/>
            </a:lvl7pPr>
            <a:lvl8pPr marL="3520440" indent="0">
              <a:buNone/>
              <a:defRPr sz="1760" b="1"/>
            </a:lvl8pPr>
            <a:lvl9pPr marL="4023360" indent="0">
              <a:buNone/>
              <a:defRPr sz="1760" b="1"/>
            </a:lvl9pPr>
          </a:lstStyle>
          <a:p>
            <a:pPr lvl="0"/>
            <a:r>
              <a:rPr lang="en-US"/>
              <a:t>Edit Master text styles</a:t>
            </a:r>
          </a:p>
        </p:txBody>
      </p:sp>
      <p:sp>
        <p:nvSpPr>
          <p:cNvPr id="4" name="Content Placeholder 3"/>
          <p:cNvSpPr>
            <a:spLocks noGrp="1"/>
          </p:cNvSpPr>
          <p:nvPr>
            <p:ph sz="half" idx="2"/>
          </p:nvPr>
        </p:nvSpPr>
        <p:spPr>
          <a:xfrm>
            <a:off x="692826" y="2839085"/>
            <a:ext cx="4255174" cy="417586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92066" y="1905318"/>
            <a:ext cx="4276130" cy="933767"/>
          </a:xfrm>
        </p:spPr>
        <p:txBody>
          <a:bodyPr anchor="b"/>
          <a:lstStyle>
            <a:lvl1pPr marL="0" indent="0">
              <a:buNone/>
              <a:defRPr sz="2640" b="1"/>
            </a:lvl1pPr>
            <a:lvl2pPr marL="502920" indent="0">
              <a:buNone/>
              <a:defRPr sz="2200" b="1"/>
            </a:lvl2pPr>
            <a:lvl3pPr marL="1005840" indent="0">
              <a:buNone/>
              <a:defRPr sz="1980" b="1"/>
            </a:lvl3pPr>
            <a:lvl4pPr marL="1508760" indent="0">
              <a:buNone/>
              <a:defRPr sz="1760" b="1"/>
            </a:lvl4pPr>
            <a:lvl5pPr marL="2011680" indent="0">
              <a:buNone/>
              <a:defRPr sz="1760" b="1"/>
            </a:lvl5pPr>
            <a:lvl6pPr marL="2514600" indent="0">
              <a:buNone/>
              <a:defRPr sz="1760" b="1"/>
            </a:lvl6pPr>
            <a:lvl7pPr marL="3017520" indent="0">
              <a:buNone/>
              <a:defRPr sz="1760" b="1"/>
            </a:lvl7pPr>
            <a:lvl8pPr marL="3520440" indent="0">
              <a:buNone/>
              <a:defRPr sz="1760" b="1"/>
            </a:lvl8pPr>
            <a:lvl9pPr marL="4023360" indent="0">
              <a:buNone/>
              <a:defRPr sz="1760" b="1"/>
            </a:lvl9pPr>
          </a:lstStyle>
          <a:p>
            <a:pPr lvl="0"/>
            <a:r>
              <a:rPr lang="en-US"/>
              <a:t>Edit Master text styles</a:t>
            </a:r>
          </a:p>
        </p:txBody>
      </p:sp>
      <p:sp>
        <p:nvSpPr>
          <p:cNvPr id="6" name="Content Placeholder 5"/>
          <p:cNvSpPr>
            <a:spLocks noGrp="1"/>
          </p:cNvSpPr>
          <p:nvPr>
            <p:ph sz="quarter" idx="4"/>
          </p:nvPr>
        </p:nvSpPr>
        <p:spPr>
          <a:xfrm>
            <a:off x="5092066" y="2839085"/>
            <a:ext cx="4276130" cy="417586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7E9C569C-A66B-4861-8B91-95C1FA97DCFC}" type="datetimeFigureOut">
              <a:rPr lang="en-US"/>
              <a:pPr>
                <a:defRPr/>
              </a:pPr>
              <a:t>8/22/2025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fld id="{A020D20B-ABAE-46B8-BA9A-7A14C681AAE0}" type="slidenum">
              <a:rPr lang="en-US" altLang="en-US"/>
              <a:pPr/>
              <a:t>‹#›</a:t>
            </a:fld>
            <a:endParaRPr lang="en-US" altLang="en-US"/>
          </a:p>
        </p:txBody>
      </p:sp>
    </p:spTree>
    <p:extLst>
      <p:ext uri="{BB962C8B-B14F-4D97-AF65-F5344CB8AC3E}">
        <p14:creationId xmlns:p14="http://schemas.microsoft.com/office/powerpoint/2010/main" val="5404422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p:cNvSpPr>
            <a:spLocks noGrp="1"/>
          </p:cNvSpPr>
          <p:nvPr>
            <p:ph type="dt" sz="half" idx="10"/>
          </p:nvPr>
        </p:nvSpPr>
        <p:spPr/>
        <p:txBody>
          <a:bodyPr/>
          <a:lstStyle>
            <a:lvl1pPr>
              <a:defRPr/>
            </a:lvl1pPr>
          </a:lstStyle>
          <a:p>
            <a:pPr>
              <a:defRPr/>
            </a:pPr>
            <a:fld id="{52885727-12BF-4665-B470-1F92393A0EAD}" type="datetimeFigureOut">
              <a:rPr lang="en-US"/>
              <a:pPr>
                <a:defRPr/>
              </a:pPr>
              <a:t>8/22/2025</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fld id="{DB6A7571-866F-466F-BC55-A6CDD01D7592}" type="slidenum">
              <a:rPr lang="en-US" altLang="en-US"/>
              <a:pPr/>
              <a:t>‹#›</a:t>
            </a:fld>
            <a:endParaRPr lang="en-US" altLang="en-US"/>
          </a:p>
        </p:txBody>
      </p:sp>
    </p:spTree>
    <p:extLst>
      <p:ext uri="{BB962C8B-B14F-4D97-AF65-F5344CB8AC3E}">
        <p14:creationId xmlns:p14="http://schemas.microsoft.com/office/powerpoint/2010/main" val="150390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3D0B84EF-FC80-4881-B080-038F0C939615}" type="datetimeFigureOut">
              <a:rPr lang="en-US"/>
              <a:pPr>
                <a:defRPr/>
              </a:pPr>
              <a:t>8/22/2025</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fld id="{BAD2CD84-0B61-4391-9D99-FC3D05315B32}" type="slidenum">
              <a:rPr lang="en-US" altLang="en-US"/>
              <a:pPr/>
              <a:t>‹#›</a:t>
            </a:fld>
            <a:endParaRPr lang="en-US" altLang="en-US"/>
          </a:p>
        </p:txBody>
      </p:sp>
    </p:spTree>
    <p:extLst>
      <p:ext uri="{BB962C8B-B14F-4D97-AF65-F5344CB8AC3E}">
        <p14:creationId xmlns:p14="http://schemas.microsoft.com/office/powerpoint/2010/main" val="20725589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20"/>
            </a:lvl1pPr>
          </a:lstStyle>
          <a:p>
            <a:r>
              <a:rPr lang="en-US"/>
              <a:t>Click to edit Master title style</a:t>
            </a:r>
            <a:endParaRPr lang="en-US" dirty="0"/>
          </a:p>
        </p:txBody>
      </p:sp>
      <p:sp>
        <p:nvSpPr>
          <p:cNvPr id="3" name="Content Placeholder 2"/>
          <p:cNvSpPr>
            <a:spLocks noGrp="1"/>
          </p:cNvSpPr>
          <p:nvPr>
            <p:ph idx="1"/>
          </p:nvPr>
        </p:nvSpPr>
        <p:spPr>
          <a:xfrm>
            <a:off x="4276130" y="1119083"/>
            <a:ext cx="5092065" cy="5523442"/>
          </a:xfrm>
        </p:spPr>
        <p:txBody>
          <a:bodyPr/>
          <a:lstStyle>
            <a:lvl1pPr>
              <a:defRPr sz="3520"/>
            </a:lvl1pPr>
            <a:lvl2pPr>
              <a:defRPr sz="3080"/>
            </a:lvl2pPr>
            <a:lvl3pPr>
              <a:defRPr sz="2640"/>
            </a:lvl3pPr>
            <a:lvl4pPr>
              <a:defRPr sz="2200"/>
            </a:lvl4pPr>
            <a:lvl5pPr>
              <a:defRPr sz="2200"/>
            </a:lvl5pPr>
            <a:lvl6pPr>
              <a:defRPr sz="2200"/>
            </a:lvl6pPr>
            <a:lvl7pPr>
              <a:defRPr sz="2200"/>
            </a:lvl7pPr>
            <a:lvl8pPr>
              <a:defRPr sz="2200"/>
            </a:lvl8pPr>
            <a:lvl9pPr>
              <a:defRPr sz="2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920" indent="0">
              <a:buNone/>
              <a:defRPr sz="1540"/>
            </a:lvl2pPr>
            <a:lvl3pPr marL="1005840" indent="0">
              <a:buNone/>
              <a:defRPr sz="1320"/>
            </a:lvl3pPr>
            <a:lvl4pPr marL="1508760" indent="0">
              <a:buNone/>
              <a:defRPr sz="1100"/>
            </a:lvl4pPr>
            <a:lvl5pPr marL="2011680" indent="0">
              <a:buNone/>
              <a:defRPr sz="1100"/>
            </a:lvl5pPr>
            <a:lvl6pPr marL="2514600" indent="0">
              <a:buNone/>
              <a:defRPr sz="1100"/>
            </a:lvl6pPr>
            <a:lvl7pPr marL="3017520" indent="0">
              <a:buNone/>
              <a:defRPr sz="1100"/>
            </a:lvl7pPr>
            <a:lvl8pPr marL="3520440" indent="0">
              <a:buNone/>
              <a:defRPr sz="1100"/>
            </a:lvl8pPr>
            <a:lvl9pPr marL="4023360" indent="0">
              <a:buNone/>
              <a:defRPr sz="11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D2165DAD-1D94-46E4-9360-19C77A4517E0}" type="datetimeFigureOut">
              <a:rPr lang="en-US"/>
              <a:pPr>
                <a:defRPr/>
              </a:pPr>
              <a:t>8/22/2025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1406574F-7572-4B25-B615-5DF1199F9EF2}" type="slidenum">
              <a:rPr lang="en-US" altLang="en-US"/>
              <a:pPr/>
              <a:t>‹#›</a:t>
            </a:fld>
            <a:endParaRPr lang="en-US" altLang="en-US"/>
          </a:p>
        </p:txBody>
      </p:sp>
    </p:spTree>
    <p:extLst>
      <p:ext uri="{BB962C8B-B14F-4D97-AF65-F5344CB8AC3E}">
        <p14:creationId xmlns:p14="http://schemas.microsoft.com/office/powerpoint/2010/main" val="37482913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20"/>
            </a:lvl1pPr>
          </a:lstStyle>
          <a:p>
            <a:r>
              <a:rPr lang="en-US"/>
              <a:t>Click to edit Master title style</a:t>
            </a:r>
            <a:endParaRPr lang="en-US" dirty="0"/>
          </a:p>
        </p:txBody>
      </p:sp>
      <p:sp>
        <p:nvSpPr>
          <p:cNvPr id="3" name="Picture Placeholder 2"/>
          <p:cNvSpPr>
            <a:spLocks noGrp="1" noChangeAspect="1"/>
          </p:cNvSpPr>
          <p:nvPr>
            <p:ph type="pic" idx="1"/>
          </p:nvPr>
        </p:nvSpPr>
        <p:spPr>
          <a:xfrm>
            <a:off x="4276130" y="1119083"/>
            <a:ext cx="5092065" cy="5523442"/>
          </a:xfrm>
        </p:spPr>
        <p:txBody>
          <a:bodyPr rtlCol="0">
            <a:normAutofit/>
          </a:bodyPr>
          <a:lstStyle>
            <a:lvl1pPr marL="0" indent="0">
              <a:buNone/>
              <a:defRPr sz="3520"/>
            </a:lvl1pPr>
            <a:lvl2pPr marL="502920" indent="0">
              <a:buNone/>
              <a:defRPr sz="3080"/>
            </a:lvl2pPr>
            <a:lvl3pPr marL="1005840" indent="0">
              <a:buNone/>
              <a:defRPr sz="2640"/>
            </a:lvl3pPr>
            <a:lvl4pPr marL="1508760" indent="0">
              <a:buNone/>
              <a:defRPr sz="2200"/>
            </a:lvl4pPr>
            <a:lvl5pPr marL="2011680" indent="0">
              <a:buNone/>
              <a:defRPr sz="2200"/>
            </a:lvl5pPr>
            <a:lvl6pPr marL="2514600" indent="0">
              <a:buNone/>
              <a:defRPr sz="2200"/>
            </a:lvl6pPr>
            <a:lvl7pPr marL="3017520" indent="0">
              <a:buNone/>
              <a:defRPr sz="2200"/>
            </a:lvl7pPr>
            <a:lvl8pPr marL="3520440" indent="0">
              <a:buNone/>
              <a:defRPr sz="2200"/>
            </a:lvl8pPr>
            <a:lvl9pPr marL="4023360" indent="0">
              <a:buNone/>
              <a:defRPr sz="22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920" indent="0">
              <a:buNone/>
              <a:defRPr sz="1540"/>
            </a:lvl2pPr>
            <a:lvl3pPr marL="1005840" indent="0">
              <a:buNone/>
              <a:defRPr sz="1320"/>
            </a:lvl3pPr>
            <a:lvl4pPr marL="1508760" indent="0">
              <a:buNone/>
              <a:defRPr sz="1100"/>
            </a:lvl4pPr>
            <a:lvl5pPr marL="2011680" indent="0">
              <a:buNone/>
              <a:defRPr sz="1100"/>
            </a:lvl5pPr>
            <a:lvl6pPr marL="2514600" indent="0">
              <a:buNone/>
              <a:defRPr sz="1100"/>
            </a:lvl6pPr>
            <a:lvl7pPr marL="3017520" indent="0">
              <a:buNone/>
              <a:defRPr sz="1100"/>
            </a:lvl7pPr>
            <a:lvl8pPr marL="3520440" indent="0">
              <a:buNone/>
              <a:defRPr sz="1100"/>
            </a:lvl8pPr>
            <a:lvl9pPr marL="4023360" indent="0">
              <a:buNone/>
              <a:defRPr sz="11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4C02043C-63C5-4D5C-8C7A-68072263EC75}" type="datetimeFigureOut">
              <a:rPr lang="en-US"/>
              <a:pPr>
                <a:defRPr/>
              </a:pPr>
              <a:t>8/22/2025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E1F2CAEB-5101-429F-B6BC-1C8C47928FC8}" type="slidenum">
              <a:rPr lang="en-US" altLang="en-US"/>
              <a:pPr/>
              <a:t>‹#›</a:t>
            </a:fld>
            <a:endParaRPr lang="en-US" altLang="en-US"/>
          </a:p>
        </p:txBody>
      </p:sp>
    </p:spTree>
    <p:extLst>
      <p:ext uri="{BB962C8B-B14F-4D97-AF65-F5344CB8AC3E}">
        <p14:creationId xmlns:p14="http://schemas.microsoft.com/office/powerpoint/2010/main" val="37900738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4E7E4AF1-02FF-4BA0-8E0C-304073A63F28}" type="datetimeFigureOut">
              <a:rPr lang="en-US"/>
              <a:pPr>
                <a:defRPr/>
              </a:pPr>
              <a:t>8/22/2025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1DAC7F7F-2B80-433F-B402-422526D9FDCF}" type="slidenum">
              <a:rPr lang="en-US" altLang="en-US"/>
              <a:pPr/>
              <a:t>‹#›</a:t>
            </a:fld>
            <a:endParaRPr lang="en-US" altLang="en-US"/>
          </a:p>
        </p:txBody>
      </p:sp>
    </p:spTree>
    <p:extLst>
      <p:ext uri="{BB962C8B-B14F-4D97-AF65-F5344CB8AC3E}">
        <p14:creationId xmlns:p14="http://schemas.microsoft.com/office/powerpoint/2010/main" val="5119816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3" y="413808"/>
            <a:ext cx="2168843" cy="65867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91515" y="413808"/>
            <a:ext cx="6380798" cy="65867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130F78B6-15AD-45CB-8616-6F7D62E2A1BB}" type="datetimeFigureOut">
              <a:rPr lang="en-US"/>
              <a:pPr>
                <a:defRPr/>
              </a:pPr>
              <a:t>8/22/2025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AF83CC2B-C745-44F8-8734-FF59A6543960}" type="slidenum">
              <a:rPr lang="en-US" altLang="en-US"/>
              <a:pPr/>
              <a:t>‹#›</a:t>
            </a:fld>
            <a:endParaRPr lang="en-US" altLang="en-US"/>
          </a:p>
        </p:txBody>
      </p:sp>
    </p:spTree>
    <p:extLst>
      <p:ext uri="{BB962C8B-B14F-4D97-AF65-F5344CB8AC3E}">
        <p14:creationId xmlns:p14="http://schemas.microsoft.com/office/powerpoint/2010/main" val="1181499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noChangeArrowheads="1"/>
          </p:cNvSpPr>
          <p:nvPr>
            <p:ph type="title"/>
          </p:nvPr>
        </p:nvSpPr>
        <p:spPr bwMode="auto">
          <a:xfrm>
            <a:off x="692150" y="414338"/>
            <a:ext cx="8674100" cy="150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7" name="Text Placeholder 2"/>
          <p:cNvSpPr>
            <a:spLocks noGrp="1" noChangeArrowheads="1"/>
          </p:cNvSpPr>
          <p:nvPr>
            <p:ph type="body" idx="1"/>
          </p:nvPr>
        </p:nvSpPr>
        <p:spPr bwMode="auto">
          <a:xfrm>
            <a:off x="692150" y="2068513"/>
            <a:ext cx="8674100" cy="4932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4" name="Date Placeholder 3"/>
          <p:cNvSpPr>
            <a:spLocks noGrp="1"/>
          </p:cNvSpPr>
          <p:nvPr>
            <p:ph type="dt" sz="half" idx="2"/>
          </p:nvPr>
        </p:nvSpPr>
        <p:spPr>
          <a:xfrm>
            <a:off x="692150" y="7204075"/>
            <a:ext cx="2262188" cy="414338"/>
          </a:xfrm>
          <a:prstGeom prst="rect">
            <a:avLst/>
          </a:prstGeom>
        </p:spPr>
        <p:txBody>
          <a:bodyPr vert="horz" lIns="91440" tIns="45720" rIns="91440" bIns="45720" rtlCol="0" anchor="ctr"/>
          <a:lstStyle>
            <a:lvl1pPr algn="l" eaLnBrk="1" fontAlgn="auto" hangingPunct="1">
              <a:spcBef>
                <a:spcPts val="0"/>
              </a:spcBef>
              <a:spcAft>
                <a:spcPts val="0"/>
              </a:spcAft>
              <a:defRPr sz="1320">
                <a:solidFill>
                  <a:schemeClr val="tx1">
                    <a:tint val="75000"/>
                  </a:schemeClr>
                </a:solidFill>
                <a:latin typeface="+mn-lt"/>
              </a:defRPr>
            </a:lvl1pPr>
          </a:lstStyle>
          <a:p>
            <a:pPr>
              <a:defRPr/>
            </a:pPr>
            <a:fld id="{7CD658C8-273D-4175-9025-5E2608052392}" type="datetimeFigureOut">
              <a:rPr lang="en-US"/>
              <a:pPr>
                <a:defRPr/>
              </a:pPr>
              <a:t>8/22/2025</a:t>
            </a:fld>
            <a:endParaRPr lang="en-US"/>
          </a:p>
        </p:txBody>
      </p:sp>
      <p:sp>
        <p:nvSpPr>
          <p:cNvPr id="5" name="Footer Placeholder 4"/>
          <p:cNvSpPr>
            <a:spLocks noGrp="1"/>
          </p:cNvSpPr>
          <p:nvPr>
            <p:ph type="ftr" sz="quarter" idx="3"/>
          </p:nvPr>
        </p:nvSpPr>
        <p:spPr>
          <a:xfrm>
            <a:off x="3332163" y="7204075"/>
            <a:ext cx="3394075" cy="414338"/>
          </a:xfrm>
          <a:prstGeom prst="rect">
            <a:avLst/>
          </a:prstGeom>
        </p:spPr>
        <p:txBody>
          <a:bodyPr vert="horz" lIns="91440" tIns="45720" rIns="91440" bIns="45720" rtlCol="0" anchor="ctr"/>
          <a:lstStyle>
            <a:lvl1pPr algn="ctr" eaLnBrk="1" fontAlgn="auto" hangingPunct="1">
              <a:spcBef>
                <a:spcPts val="0"/>
              </a:spcBef>
              <a:spcAft>
                <a:spcPts val="0"/>
              </a:spcAft>
              <a:defRPr sz="1320">
                <a:solidFill>
                  <a:schemeClr val="tx1">
                    <a:tint val="75000"/>
                  </a:schemeClr>
                </a:solidFill>
                <a:latin typeface="+mn-lt"/>
              </a:defRPr>
            </a:lvl1pPr>
          </a:lstStyle>
          <a:p>
            <a:pPr>
              <a:defRPr/>
            </a:pPr>
            <a:endParaRPr lang="en-US"/>
          </a:p>
        </p:txBody>
      </p:sp>
      <p:sp>
        <p:nvSpPr>
          <p:cNvPr id="6" name="Slide Number Placeholder 5"/>
          <p:cNvSpPr>
            <a:spLocks noGrp="1"/>
          </p:cNvSpPr>
          <p:nvPr>
            <p:ph type="sldNum" sz="quarter" idx="4"/>
          </p:nvPr>
        </p:nvSpPr>
        <p:spPr>
          <a:xfrm>
            <a:off x="7104063" y="7204075"/>
            <a:ext cx="2262187" cy="414338"/>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300">
                <a:solidFill>
                  <a:srgbClr val="898989"/>
                </a:solidFill>
              </a:defRPr>
            </a:lvl1pPr>
          </a:lstStyle>
          <a:p>
            <a:fld id="{5729E4FA-E4B8-41E6-A48A-6270E8BD7173}"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1004888" rtl="0" eaLnBrk="0" fontAlgn="base" hangingPunct="0">
        <a:lnSpc>
          <a:spcPct val="90000"/>
        </a:lnSpc>
        <a:spcBef>
          <a:spcPct val="0"/>
        </a:spcBef>
        <a:spcAft>
          <a:spcPct val="0"/>
        </a:spcAft>
        <a:defRPr sz="4800" kern="1200">
          <a:solidFill>
            <a:schemeClr val="tx1"/>
          </a:solidFill>
          <a:latin typeface="+mj-lt"/>
          <a:ea typeface="+mj-ea"/>
          <a:cs typeface="+mj-cs"/>
        </a:defRPr>
      </a:lvl1pPr>
      <a:lvl2pPr algn="l" defTabSz="1004888" rtl="0" eaLnBrk="0" fontAlgn="base" hangingPunct="0">
        <a:lnSpc>
          <a:spcPct val="90000"/>
        </a:lnSpc>
        <a:spcBef>
          <a:spcPct val="0"/>
        </a:spcBef>
        <a:spcAft>
          <a:spcPct val="0"/>
        </a:spcAft>
        <a:defRPr sz="4800">
          <a:solidFill>
            <a:schemeClr val="tx1"/>
          </a:solidFill>
          <a:latin typeface="Calibri Light" panose="020F0302020204030204" pitchFamily="34" charset="0"/>
        </a:defRPr>
      </a:lvl2pPr>
      <a:lvl3pPr algn="l" defTabSz="1004888" rtl="0" eaLnBrk="0" fontAlgn="base" hangingPunct="0">
        <a:lnSpc>
          <a:spcPct val="90000"/>
        </a:lnSpc>
        <a:spcBef>
          <a:spcPct val="0"/>
        </a:spcBef>
        <a:spcAft>
          <a:spcPct val="0"/>
        </a:spcAft>
        <a:defRPr sz="4800">
          <a:solidFill>
            <a:schemeClr val="tx1"/>
          </a:solidFill>
          <a:latin typeface="Calibri Light" panose="020F0302020204030204" pitchFamily="34" charset="0"/>
        </a:defRPr>
      </a:lvl3pPr>
      <a:lvl4pPr algn="l" defTabSz="1004888" rtl="0" eaLnBrk="0" fontAlgn="base" hangingPunct="0">
        <a:lnSpc>
          <a:spcPct val="90000"/>
        </a:lnSpc>
        <a:spcBef>
          <a:spcPct val="0"/>
        </a:spcBef>
        <a:spcAft>
          <a:spcPct val="0"/>
        </a:spcAft>
        <a:defRPr sz="4800">
          <a:solidFill>
            <a:schemeClr val="tx1"/>
          </a:solidFill>
          <a:latin typeface="Calibri Light" panose="020F0302020204030204" pitchFamily="34" charset="0"/>
        </a:defRPr>
      </a:lvl4pPr>
      <a:lvl5pPr algn="l" defTabSz="1004888" rtl="0" eaLnBrk="0" fontAlgn="base" hangingPunct="0">
        <a:lnSpc>
          <a:spcPct val="90000"/>
        </a:lnSpc>
        <a:spcBef>
          <a:spcPct val="0"/>
        </a:spcBef>
        <a:spcAft>
          <a:spcPct val="0"/>
        </a:spcAft>
        <a:defRPr sz="4800">
          <a:solidFill>
            <a:schemeClr val="tx1"/>
          </a:solidFill>
          <a:latin typeface="Calibri Light" panose="020F0302020204030204" pitchFamily="34" charset="0"/>
        </a:defRPr>
      </a:lvl5pPr>
      <a:lvl6pPr marL="457200" algn="l" defTabSz="1004888" rtl="0" fontAlgn="base">
        <a:lnSpc>
          <a:spcPct val="90000"/>
        </a:lnSpc>
        <a:spcBef>
          <a:spcPct val="0"/>
        </a:spcBef>
        <a:spcAft>
          <a:spcPct val="0"/>
        </a:spcAft>
        <a:defRPr sz="4800">
          <a:solidFill>
            <a:schemeClr val="tx1"/>
          </a:solidFill>
          <a:latin typeface="Calibri Light" panose="020F0302020204030204" pitchFamily="34" charset="0"/>
        </a:defRPr>
      </a:lvl6pPr>
      <a:lvl7pPr marL="914400" algn="l" defTabSz="1004888" rtl="0" fontAlgn="base">
        <a:lnSpc>
          <a:spcPct val="90000"/>
        </a:lnSpc>
        <a:spcBef>
          <a:spcPct val="0"/>
        </a:spcBef>
        <a:spcAft>
          <a:spcPct val="0"/>
        </a:spcAft>
        <a:defRPr sz="4800">
          <a:solidFill>
            <a:schemeClr val="tx1"/>
          </a:solidFill>
          <a:latin typeface="Calibri Light" panose="020F0302020204030204" pitchFamily="34" charset="0"/>
        </a:defRPr>
      </a:lvl7pPr>
      <a:lvl8pPr marL="1371600" algn="l" defTabSz="1004888" rtl="0" fontAlgn="base">
        <a:lnSpc>
          <a:spcPct val="90000"/>
        </a:lnSpc>
        <a:spcBef>
          <a:spcPct val="0"/>
        </a:spcBef>
        <a:spcAft>
          <a:spcPct val="0"/>
        </a:spcAft>
        <a:defRPr sz="4800">
          <a:solidFill>
            <a:schemeClr val="tx1"/>
          </a:solidFill>
          <a:latin typeface="Calibri Light" panose="020F0302020204030204" pitchFamily="34" charset="0"/>
        </a:defRPr>
      </a:lvl8pPr>
      <a:lvl9pPr marL="1828800" algn="l" defTabSz="1004888" rtl="0" fontAlgn="base">
        <a:lnSpc>
          <a:spcPct val="90000"/>
        </a:lnSpc>
        <a:spcBef>
          <a:spcPct val="0"/>
        </a:spcBef>
        <a:spcAft>
          <a:spcPct val="0"/>
        </a:spcAft>
        <a:defRPr sz="4800">
          <a:solidFill>
            <a:schemeClr val="tx1"/>
          </a:solidFill>
          <a:latin typeface="Calibri Light" panose="020F0302020204030204" pitchFamily="34" charset="0"/>
        </a:defRPr>
      </a:lvl9pPr>
    </p:titleStyle>
    <p:bodyStyle>
      <a:lvl1pPr marL="250825" indent="-250825" algn="l" defTabSz="1004888" rtl="0" eaLnBrk="0" fontAlgn="base" hangingPunct="0">
        <a:lnSpc>
          <a:spcPct val="90000"/>
        </a:lnSpc>
        <a:spcBef>
          <a:spcPts val="1100"/>
        </a:spcBef>
        <a:spcAft>
          <a:spcPct val="0"/>
        </a:spcAft>
        <a:buFont typeface="Arial" panose="020B0604020202020204" pitchFamily="34" charset="0"/>
        <a:buChar char="•"/>
        <a:defRPr sz="3000" kern="1200">
          <a:solidFill>
            <a:schemeClr val="tx1"/>
          </a:solidFill>
          <a:latin typeface="+mn-lt"/>
          <a:ea typeface="+mn-ea"/>
          <a:cs typeface="+mn-cs"/>
        </a:defRPr>
      </a:lvl1pPr>
      <a:lvl2pPr marL="754063" indent="-250825" algn="l" defTabSz="1004888" rtl="0" eaLnBrk="0" fontAlgn="base" hangingPunct="0">
        <a:lnSpc>
          <a:spcPct val="90000"/>
        </a:lnSpc>
        <a:spcBef>
          <a:spcPts val="550"/>
        </a:spcBef>
        <a:spcAft>
          <a:spcPct val="0"/>
        </a:spcAft>
        <a:buFont typeface="Arial" panose="020B0604020202020204" pitchFamily="34" charset="0"/>
        <a:buChar char="•"/>
        <a:defRPr sz="2600" kern="1200">
          <a:solidFill>
            <a:schemeClr val="tx1"/>
          </a:solidFill>
          <a:latin typeface="+mn-lt"/>
          <a:ea typeface="+mn-ea"/>
          <a:cs typeface="+mn-cs"/>
        </a:defRPr>
      </a:lvl2pPr>
      <a:lvl3pPr marL="1257300" indent="-250825" algn="l" defTabSz="1004888" rtl="0" eaLnBrk="0" fontAlgn="base" hangingPunct="0">
        <a:lnSpc>
          <a:spcPct val="90000"/>
        </a:lnSpc>
        <a:spcBef>
          <a:spcPts val="550"/>
        </a:spcBef>
        <a:spcAft>
          <a:spcPct val="0"/>
        </a:spcAft>
        <a:buFont typeface="Arial" panose="020B0604020202020204" pitchFamily="34" charset="0"/>
        <a:buChar char="•"/>
        <a:defRPr sz="2200" kern="1200">
          <a:solidFill>
            <a:schemeClr val="tx1"/>
          </a:solidFill>
          <a:latin typeface="+mn-lt"/>
          <a:ea typeface="+mn-ea"/>
          <a:cs typeface="+mn-cs"/>
        </a:defRPr>
      </a:lvl3pPr>
      <a:lvl4pPr marL="1758950" indent="-250825" algn="l" defTabSz="1004888" rtl="0" eaLnBrk="0" fontAlgn="base" hangingPunct="0">
        <a:lnSpc>
          <a:spcPct val="90000"/>
        </a:lnSpc>
        <a:spcBef>
          <a:spcPts val="550"/>
        </a:spcBef>
        <a:spcAft>
          <a:spcPct val="0"/>
        </a:spcAft>
        <a:buFont typeface="Arial" panose="020B0604020202020204" pitchFamily="34" charset="0"/>
        <a:buChar char="•"/>
        <a:defRPr sz="1900" kern="1200">
          <a:solidFill>
            <a:schemeClr val="tx1"/>
          </a:solidFill>
          <a:latin typeface="+mn-lt"/>
          <a:ea typeface="+mn-ea"/>
          <a:cs typeface="+mn-cs"/>
        </a:defRPr>
      </a:lvl4pPr>
      <a:lvl5pPr marL="2262188" indent="-250825" algn="l" defTabSz="1004888" rtl="0" eaLnBrk="0" fontAlgn="base" hangingPunct="0">
        <a:lnSpc>
          <a:spcPct val="90000"/>
        </a:lnSpc>
        <a:spcBef>
          <a:spcPts val="550"/>
        </a:spcBef>
        <a:spcAft>
          <a:spcPct val="0"/>
        </a:spcAft>
        <a:buFont typeface="Arial" panose="020B0604020202020204" pitchFamily="34" charset="0"/>
        <a:buChar char="•"/>
        <a:defRPr sz="1900" kern="1200">
          <a:solidFill>
            <a:schemeClr val="tx1"/>
          </a:solidFill>
          <a:latin typeface="+mn-lt"/>
          <a:ea typeface="+mn-ea"/>
          <a:cs typeface="+mn-cs"/>
        </a:defRPr>
      </a:lvl5pPr>
      <a:lvl6pPr marL="276606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98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90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820" indent="-251460" algn="l" defTabSz="1005840"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840" rtl="0" eaLnBrk="1" latinLnBrk="0" hangingPunct="1">
        <a:defRPr sz="1980" kern="1200">
          <a:solidFill>
            <a:schemeClr val="tx1"/>
          </a:solidFill>
          <a:latin typeface="+mn-lt"/>
          <a:ea typeface="+mn-ea"/>
          <a:cs typeface="+mn-cs"/>
        </a:defRPr>
      </a:lvl1pPr>
      <a:lvl2pPr marL="502920" algn="l" defTabSz="1005840" rtl="0" eaLnBrk="1" latinLnBrk="0" hangingPunct="1">
        <a:defRPr sz="1980" kern="1200">
          <a:solidFill>
            <a:schemeClr val="tx1"/>
          </a:solidFill>
          <a:latin typeface="+mn-lt"/>
          <a:ea typeface="+mn-ea"/>
          <a:cs typeface="+mn-cs"/>
        </a:defRPr>
      </a:lvl2pPr>
      <a:lvl3pPr marL="1005840" algn="l" defTabSz="1005840" rtl="0" eaLnBrk="1" latinLnBrk="0" hangingPunct="1">
        <a:defRPr sz="1980" kern="1200">
          <a:solidFill>
            <a:schemeClr val="tx1"/>
          </a:solidFill>
          <a:latin typeface="+mn-lt"/>
          <a:ea typeface="+mn-ea"/>
          <a:cs typeface="+mn-cs"/>
        </a:defRPr>
      </a:lvl3pPr>
      <a:lvl4pPr marL="1508760" algn="l" defTabSz="1005840" rtl="0" eaLnBrk="1" latinLnBrk="0" hangingPunct="1">
        <a:defRPr sz="1980" kern="1200">
          <a:solidFill>
            <a:schemeClr val="tx1"/>
          </a:solidFill>
          <a:latin typeface="+mn-lt"/>
          <a:ea typeface="+mn-ea"/>
          <a:cs typeface="+mn-cs"/>
        </a:defRPr>
      </a:lvl4pPr>
      <a:lvl5pPr marL="2011680" algn="l" defTabSz="1005840" rtl="0" eaLnBrk="1" latinLnBrk="0" hangingPunct="1">
        <a:defRPr sz="1980" kern="1200">
          <a:solidFill>
            <a:schemeClr val="tx1"/>
          </a:solidFill>
          <a:latin typeface="+mn-lt"/>
          <a:ea typeface="+mn-ea"/>
          <a:cs typeface="+mn-cs"/>
        </a:defRPr>
      </a:lvl5pPr>
      <a:lvl6pPr marL="2514600" algn="l" defTabSz="1005840" rtl="0" eaLnBrk="1" latinLnBrk="0" hangingPunct="1">
        <a:defRPr sz="1980" kern="1200">
          <a:solidFill>
            <a:schemeClr val="tx1"/>
          </a:solidFill>
          <a:latin typeface="+mn-lt"/>
          <a:ea typeface="+mn-ea"/>
          <a:cs typeface="+mn-cs"/>
        </a:defRPr>
      </a:lvl6pPr>
      <a:lvl7pPr marL="3017520" algn="l" defTabSz="1005840" rtl="0" eaLnBrk="1" latinLnBrk="0" hangingPunct="1">
        <a:defRPr sz="1980" kern="1200">
          <a:solidFill>
            <a:schemeClr val="tx1"/>
          </a:solidFill>
          <a:latin typeface="+mn-lt"/>
          <a:ea typeface="+mn-ea"/>
          <a:cs typeface="+mn-cs"/>
        </a:defRPr>
      </a:lvl7pPr>
      <a:lvl8pPr marL="3520440" algn="l" defTabSz="1005840" rtl="0" eaLnBrk="1" latinLnBrk="0" hangingPunct="1">
        <a:defRPr sz="1980" kern="1200">
          <a:solidFill>
            <a:schemeClr val="tx1"/>
          </a:solidFill>
          <a:latin typeface="+mn-lt"/>
          <a:ea typeface="+mn-ea"/>
          <a:cs typeface="+mn-cs"/>
        </a:defRPr>
      </a:lvl8pPr>
      <a:lvl9pPr marL="4023360" algn="l" defTabSz="1005840"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p:cNvSpPr>
            <a:spLocks noGrp="1" noChangeArrowheads="1"/>
          </p:cNvSpPr>
          <p:nvPr>
            <p:ph type="ctrTitle"/>
          </p:nvPr>
        </p:nvSpPr>
        <p:spPr>
          <a:xfrm>
            <a:off x="3429000" y="2819400"/>
            <a:ext cx="3048000" cy="860425"/>
          </a:xfrm>
        </p:spPr>
        <p:txBody>
          <a:bodyPr anchor="ctr"/>
          <a:lstStyle/>
          <a:p>
            <a:pPr eaLnBrk="1" hangingPunct="1"/>
            <a:r>
              <a:rPr lang="en-US" altLang="en-US" sz="5400" smtClean="0">
                <a:latin typeface="Times New Roman" panose="02020603050405020304" pitchFamily="18" charset="0"/>
              </a:rPr>
              <a:t>Chapter 3</a:t>
            </a:r>
          </a:p>
        </p:txBody>
      </p:sp>
      <p:sp>
        <p:nvSpPr>
          <p:cNvPr id="15362" name="Rectangle 3"/>
          <p:cNvSpPr>
            <a:spLocks noGrp="1" noChangeArrowheads="1"/>
          </p:cNvSpPr>
          <p:nvPr>
            <p:ph type="subTitle" idx="1"/>
          </p:nvPr>
        </p:nvSpPr>
        <p:spPr>
          <a:xfrm>
            <a:off x="1524000" y="4419600"/>
            <a:ext cx="7010400" cy="1981200"/>
          </a:xfrm>
          <a:extLs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p>
            <a:pPr marL="285750" indent="-285750" eaLnBrk="1" hangingPunct="1"/>
            <a:r>
              <a:rPr lang="en-US" altLang="en-US" sz="5400" smtClean="0">
                <a:solidFill>
                  <a:srgbClr val="FFFFFF"/>
                </a:solidFill>
                <a:latin typeface="Times New Roman" panose="02020603050405020304" pitchFamily="18" charset="0"/>
              </a:rPr>
              <a:t>The Global Marketing Environment</a:t>
            </a:r>
          </a:p>
        </p:txBody>
      </p:sp>
    </p:spTree>
  </p:cSld>
  <p:clrMapOvr>
    <a:masterClrMapping/>
  </p:clrMapOvr>
  <p:transition spd="slow">
    <p:rand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p:cNvSpPr>
            <a:spLocks noGrp="1" noChangeArrowheads="1"/>
          </p:cNvSpPr>
          <p:nvPr>
            <p:ph type="title"/>
          </p:nvPr>
        </p:nvSpPr>
        <p:spPr/>
        <p:txBody>
          <a:bodyPr/>
          <a:lstStyle/>
          <a:p>
            <a:pPr eaLnBrk="1" hangingPunct="1"/>
            <a:r>
              <a:rPr lang="en-US" altLang="en-US" b="1" smtClean="0"/>
              <a:t>Marketing Environment</a:t>
            </a:r>
          </a:p>
        </p:txBody>
      </p:sp>
      <p:sp>
        <p:nvSpPr>
          <p:cNvPr id="3" name="Content Placeholder 2"/>
          <p:cNvSpPr>
            <a:spLocks noGrp="1"/>
          </p:cNvSpPr>
          <p:nvPr>
            <p:ph idx="1"/>
          </p:nvPr>
        </p:nvSpPr>
        <p:spPr/>
        <p:txBody>
          <a:bodyPr rtlCol="0">
            <a:normAutofit lnSpcReduction="10000"/>
          </a:bodyPr>
          <a:lstStyle/>
          <a:p>
            <a:pPr marL="0" indent="0" defTabSz="1005840" eaLnBrk="1" fontAlgn="auto" hangingPunct="1">
              <a:spcAft>
                <a:spcPts val="0"/>
              </a:spcAft>
              <a:buClr>
                <a:srgbClr val="FAFD00"/>
              </a:buClr>
              <a:buFont typeface="Arial" panose="020B0604020202020204" pitchFamily="34" charset="0"/>
              <a:buNone/>
              <a:defRPr/>
            </a:pPr>
            <a:r>
              <a:rPr lang="en-US" sz="3600" dirty="0"/>
              <a:t>The actors and forces outside marketing that affect marketing management’s ability to build and maintain successful relationship with target consumers.</a:t>
            </a:r>
          </a:p>
          <a:p>
            <a:pPr marL="0" indent="0" defTabSz="1005840" eaLnBrk="1" fontAlgn="auto" hangingPunct="1">
              <a:spcAft>
                <a:spcPts val="0"/>
              </a:spcAft>
              <a:buClr>
                <a:srgbClr val="FAFD00"/>
              </a:buClr>
              <a:buFont typeface="Arial" panose="020B0604020202020204" pitchFamily="34" charset="0"/>
              <a:buNone/>
              <a:defRPr/>
            </a:pPr>
            <a:r>
              <a:rPr lang="en-US" sz="3200" dirty="0">
                <a:effectLst>
                  <a:outerShdw blurRad="38100" dist="38100" dir="2700000" algn="tl">
                    <a:srgbClr val="000000"/>
                  </a:outerShdw>
                </a:effectLst>
              </a:rPr>
              <a:t>Microenvironment</a:t>
            </a:r>
            <a:r>
              <a:rPr lang="en-US" sz="3200" dirty="0"/>
              <a:t> - forces close to the company that affect its ability to serve its  customers. Controllable forces</a:t>
            </a:r>
          </a:p>
          <a:p>
            <a:pPr marL="0" indent="0" defTabSz="1005840" eaLnBrk="1" fontAlgn="auto" hangingPunct="1">
              <a:spcAft>
                <a:spcPts val="0"/>
              </a:spcAft>
              <a:buClr>
                <a:srgbClr val="FAFD00"/>
              </a:buClr>
              <a:buFont typeface="Arial" panose="020B0604020202020204" pitchFamily="34" charset="0"/>
              <a:buNone/>
              <a:defRPr/>
            </a:pPr>
            <a:r>
              <a:rPr lang="en-US" sz="3200" dirty="0">
                <a:effectLst>
                  <a:outerShdw blurRad="38100" dist="38100" dir="2700000" algn="tl">
                    <a:srgbClr val="000000"/>
                  </a:outerShdw>
                </a:effectLst>
              </a:rPr>
              <a:t>Macro-environment</a:t>
            </a:r>
            <a:r>
              <a:rPr lang="en-US" sz="3200" dirty="0"/>
              <a:t> - larger societal forces that affect the whole microenvironment. Uncontrollable forces</a:t>
            </a:r>
          </a:p>
          <a:p>
            <a:pPr eaLnBrk="1" hangingPunct="1">
              <a:defRPr/>
            </a:pP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0">
          <a:gsLst>
            <a:gs pos="0">
              <a:schemeClr val="bg1"/>
            </a:gs>
            <a:gs pos="100000">
              <a:srgbClr val="5C84FC"/>
            </a:gs>
          </a:gsLst>
          <a:lin ang="5400000" scaled="1"/>
        </a:gradFill>
        <a:effectLst/>
      </p:bgPr>
    </p:bg>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239713" y="-61913"/>
            <a:ext cx="7456487" cy="708026"/>
          </a:xfrm>
          <a:effectLst>
            <a:outerShdw dist="107763" dir="2700000" algn="ctr" rotWithShape="0">
              <a:schemeClr val="bg2"/>
            </a:outerShdw>
          </a:effectLst>
        </p:spPr>
        <p:txBody>
          <a:bodyPr/>
          <a:lstStyle/>
          <a:p>
            <a:pPr eaLnBrk="1" hangingPunct="1"/>
            <a:r>
              <a:rPr lang="en-US" altLang="en-US" sz="4400" smtClean="0"/>
              <a:t>The Marketing Environment</a:t>
            </a:r>
          </a:p>
        </p:txBody>
      </p:sp>
      <p:sp>
        <p:nvSpPr>
          <p:cNvPr id="18435" name="Oval 3"/>
          <p:cNvSpPr>
            <a:spLocks noChangeArrowheads="1"/>
          </p:cNvSpPr>
          <p:nvPr/>
        </p:nvSpPr>
        <p:spPr bwMode="auto">
          <a:xfrm>
            <a:off x="990600" y="838200"/>
            <a:ext cx="8451850" cy="6330950"/>
          </a:xfrm>
          <a:prstGeom prst="ellipse">
            <a:avLst/>
          </a:prstGeom>
          <a:gradFill rotWithShape="0">
            <a:gsLst>
              <a:gs pos="0">
                <a:srgbClr val="EAEC5E"/>
              </a:gs>
              <a:gs pos="100000">
                <a:srgbClr val="F2F49E"/>
              </a:gs>
            </a:gsLst>
            <a:lin ang="5400000" scaled="1"/>
          </a:gradFill>
          <a:ln w="12700">
            <a:solidFill>
              <a:srgbClr val="000000"/>
            </a:solidFill>
            <a:round/>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sz="2400">
              <a:latin typeface="Times New Roman" panose="02020603050405020304" pitchFamily="18" charset="0"/>
            </a:endParaRPr>
          </a:p>
        </p:txBody>
      </p:sp>
      <p:sp>
        <p:nvSpPr>
          <p:cNvPr id="18436" name="Oval 4"/>
          <p:cNvSpPr>
            <a:spLocks noChangeArrowheads="1"/>
          </p:cNvSpPr>
          <p:nvPr/>
        </p:nvSpPr>
        <p:spPr bwMode="auto">
          <a:xfrm>
            <a:off x="2616200" y="1987550"/>
            <a:ext cx="5073650" cy="4273550"/>
          </a:xfrm>
          <a:prstGeom prst="ellipse">
            <a:avLst/>
          </a:prstGeom>
          <a:gradFill rotWithShape="0">
            <a:gsLst>
              <a:gs pos="0">
                <a:srgbClr val="D93192"/>
              </a:gs>
              <a:gs pos="100000">
                <a:srgbClr val="E15AA8"/>
              </a:gs>
            </a:gsLst>
            <a:lin ang="5400000" scaled="1"/>
          </a:gradFill>
          <a:ln w="12700">
            <a:solidFill>
              <a:srgbClr val="000000"/>
            </a:solidFill>
            <a:round/>
            <a:headEnd/>
            <a:tailEnd/>
          </a:ln>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sz="2400">
              <a:latin typeface="Times New Roman" panose="02020603050405020304" pitchFamily="18" charset="0"/>
            </a:endParaRPr>
          </a:p>
        </p:txBody>
      </p:sp>
      <p:sp>
        <p:nvSpPr>
          <p:cNvPr id="18437" name="Oval 5"/>
          <p:cNvSpPr>
            <a:spLocks noChangeArrowheads="1"/>
          </p:cNvSpPr>
          <p:nvPr/>
        </p:nvSpPr>
        <p:spPr bwMode="auto">
          <a:xfrm>
            <a:off x="4273550" y="3206750"/>
            <a:ext cx="1739900" cy="1587500"/>
          </a:xfrm>
          <a:prstGeom prst="ellipse">
            <a:avLst/>
          </a:prstGeom>
          <a:solidFill>
            <a:srgbClr val="063DE8"/>
          </a:solidFill>
          <a:ln w="12700">
            <a:solidFill>
              <a:srgbClr val="000000"/>
            </a:solidFill>
            <a:prstDash val="lgDash"/>
            <a:round/>
            <a:headEnd/>
            <a:tailEnd/>
          </a:ln>
        </p:spPr>
        <p:txBody>
          <a:bodyPr wrap="none" lIns="90488" tIns="44450" rIns="90488" bIns="4445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lnSpc>
                <a:spcPct val="90000"/>
              </a:lnSpc>
            </a:pPr>
            <a:r>
              <a:rPr lang="en-US" altLang="en-US" sz="2800" b="1">
                <a:latin typeface="Arial" panose="020B0604020202020204" pitchFamily="34" charset="0"/>
              </a:rPr>
              <a:t>Company</a:t>
            </a:r>
          </a:p>
        </p:txBody>
      </p:sp>
      <p:sp>
        <p:nvSpPr>
          <p:cNvPr id="18438" name="Rectangle 6"/>
          <p:cNvSpPr>
            <a:spLocks noChangeArrowheads="1"/>
          </p:cNvSpPr>
          <p:nvPr/>
        </p:nvSpPr>
        <p:spPr bwMode="auto">
          <a:xfrm>
            <a:off x="4167188" y="1423988"/>
            <a:ext cx="2468562" cy="48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lnSpc>
                <a:spcPct val="90000"/>
              </a:lnSpc>
              <a:spcBef>
                <a:spcPct val="50000"/>
              </a:spcBef>
            </a:pPr>
            <a:r>
              <a:rPr lang="en-US" altLang="en-US" sz="2800" b="1">
                <a:solidFill>
                  <a:srgbClr val="000000"/>
                </a:solidFill>
                <a:latin typeface="Arial" panose="020B0604020202020204" pitchFamily="34" charset="0"/>
              </a:rPr>
              <a:t>Demographic</a:t>
            </a:r>
          </a:p>
        </p:txBody>
      </p:sp>
      <p:sp>
        <p:nvSpPr>
          <p:cNvPr id="18439" name="Rectangle 7"/>
          <p:cNvSpPr>
            <a:spLocks noChangeArrowheads="1"/>
          </p:cNvSpPr>
          <p:nvPr/>
        </p:nvSpPr>
        <p:spPr bwMode="auto">
          <a:xfrm>
            <a:off x="7253288" y="2681288"/>
            <a:ext cx="2038350" cy="48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lnSpc>
                <a:spcPct val="90000"/>
              </a:lnSpc>
              <a:spcBef>
                <a:spcPct val="50000"/>
              </a:spcBef>
            </a:pPr>
            <a:r>
              <a:rPr lang="en-US" altLang="en-US" sz="2800" b="1">
                <a:solidFill>
                  <a:srgbClr val="000000"/>
                </a:solidFill>
                <a:latin typeface="Arial" panose="020B0604020202020204" pitchFamily="34" charset="0"/>
              </a:rPr>
              <a:t>Economic</a:t>
            </a:r>
          </a:p>
        </p:txBody>
      </p:sp>
      <p:sp>
        <p:nvSpPr>
          <p:cNvPr id="18440" name="Rectangle 8"/>
          <p:cNvSpPr>
            <a:spLocks noChangeArrowheads="1"/>
          </p:cNvSpPr>
          <p:nvPr/>
        </p:nvSpPr>
        <p:spPr bwMode="auto">
          <a:xfrm>
            <a:off x="7824788" y="4567238"/>
            <a:ext cx="1666875" cy="48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lnSpc>
                <a:spcPct val="90000"/>
              </a:lnSpc>
              <a:spcBef>
                <a:spcPct val="50000"/>
              </a:spcBef>
            </a:pPr>
            <a:r>
              <a:rPr lang="en-US" altLang="en-US" sz="2800" b="1">
                <a:solidFill>
                  <a:srgbClr val="000000"/>
                </a:solidFill>
                <a:latin typeface="Arial" panose="020B0604020202020204" pitchFamily="34" charset="0"/>
              </a:rPr>
              <a:t>Natural</a:t>
            </a:r>
          </a:p>
        </p:txBody>
      </p:sp>
      <p:sp>
        <p:nvSpPr>
          <p:cNvPr id="18441" name="Rectangle 9"/>
          <p:cNvSpPr>
            <a:spLocks noChangeArrowheads="1"/>
          </p:cNvSpPr>
          <p:nvPr/>
        </p:nvSpPr>
        <p:spPr bwMode="auto">
          <a:xfrm>
            <a:off x="3956050" y="6470650"/>
            <a:ext cx="2773363" cy="48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lnSpc>
                <a:spcPct val="90000"/>
              </a:lnSpc>
              <a:spcBef>
                <a:spcPct val="50000"/>
              </a:spcBef>
            </a:pPr>
            <a:r>
              <a:rPr lang="en-US" altLang="en-US" sz="2800" b="1">
                <a:solidFill>
                  <a:srgbClr val="000000"/>
                </a:solidFill>
                <a:latin typeface="Arial" panose="020B0604020202020204" pitchFamily="34" charset="0"/>
              </a:rPr>
              <a:t>Technological</a:t>
            </a:r>
          </a:p>
        </p:txBody>
      </p:sp>
      <p:sp>
        <p:nvSpPr>
          <p:cNvPr id="18442" name="Rectangle 10"/>
          <p:cNvSpPr>
            <a:spLocks noChangeArrowheads="1"/>
          </p:cNvSpPr>
          <p:nvPr/>
        </p:nvSpPr>
        <p:spPr bwMode="auto">
          <a:xfrm>
            <a:off x="1136650" y="4641850"/>
            <a:ext cx="1763713" cy="48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lnSpc>
                <a:spcPct val="90000"/>
              </a:lnSpc>
              <a:spcBef>
                <a:spcPct val="50000"/>
              </a:spcBef>
            </a:pPr>
            <a:r>
              <a:rPr lang="en-US" altLang="en-US" sz="2800" b="1">
                <a:solidFill>
                  <a:srgbClr val="000000"/>
                </a:solidFill>
                <a:latin typeface="Arial" panose="020B0604020202020204" pitchFamily="34" charset="0"/>
              </a:rPr>
              <a:t>Political</a:t>
            </a:r>
          </a:p>
        </p:txBody>
      </p:sp>
      <p:sp>
        <p:nvSpPr>
          <p:cNvPr id="18443" name="Rectangle 11"/>
          <p:cNvSpPr>
            <a:spLocks noChangeArrowheads="1"/>
          </p:cNvSpPr>
          <p:nvPr/>
        </p:nvSpPr>
        <p:spPr bwMode="auto">
          <a:xfrm>
            <a:off x="1338263" y="2767013"/>
            <a:ext cx="1638300" cy="48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lnSpc>
                <a:spcPct val="90000"/>
              </a:lnSpc>
              <a:spcBef>
                <a:spcPct val="50000"/>
              </a:spcBef>
            </a:pPr>
            <a:r>
              <a:rPr lang="en-US" altLang="en-US" sz="2800" b="1">
                <a:solidFill>
                  <a:srgbClr val="000000"/>
                </a:solidFill>
                <a:latin typeface="Arial" panose="020B0604020202020204" pitchFamily="34" charset="0"/>
              </a:rPr>
              <a:t>Cultural</a:t>
            </a:r>
          </a:p>
        </p:txBody>
      </p:sp>
      <p:sp>
        <p:nvSpPr>
          <p:cNvPr id="18444" name="Line 12"/>
          <p:cNvSpPr>
            <a:spLocks noChangeShapeType="1"/>
          </p:cNvSpPr>
          <p:nvPr/>
        </p:nvSpPr>
        <p:spPr bwMode="auto">
          <a:xfrm>
            <a:off x="2820988" y="1525588"/>
            <a:ext cx="836612" cy="989012"/>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en-US"/>
          </a:p>
        </p:txBody>
      </p:sp>
      <p:sp>
        <p:nvSpPr>
          <p:cNvPr id="18445" name="Line 13"/>
          <p:cNvSpPr>
            <a:spLocks noChangeShapeType="1"/>
          </p:cNvSpPr>
          <p:nvPr/>
        </p:nvSpPr>
        <p:spPr bwMode="auto">
          <a:xfrm flipH="1">
            <a:off x="6478588" y="1525588"/>
            <a:ext cx="989012" cy="912812"/>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en-US"/>
          </a:p>
        </p:txBody>
      </p:sp>
      <p:sp>
        <p:nvSpPr>
          <p:cNvPr id="18446" name="Rectangle 14"/>
          <p:cNvSpPr>
            <a:spLocks noChangeArrowheads="1"/>
          </p:cNvSpPr>
          <p:nvPr/>
        </p:nvSpPr>
        <p:spPr bwMode="auto">
          <a:xfrm>
            <a:off x="4338638" y="2357438"/>
            <a:ext cx="2066925"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lnSpc>
                <a:spcPct val="90000"/>
              </a:lnSpc>
              <a:spcBef>
                <a:spcPct val="50000"/>
              </a:spcBef>
            </a:pPr>
            <a:r>
              <a:rPr lang="en-US" altLang="en-US" sz="2000" b="1">
                <a:solidFill>
                  <a:srgbClr val="000000"/>
                </a:solidFill>
                <a:latin typeface="Arial" panose="020B0604020202020204" pitchFamily="34" charset="0"/>
              </a:rPr>
              <a:t>   </a:t>
            </a:r>
            <a:r>
              <a:rPr lang="en-US" altLang="en-US" sz="2400" b="1">
                <a:solidFill>
                  <a:srgbClr val="000000"/>
                </a:solidFill>
                <a:latin typeface="Arial" panose="020B0604020202020204" pitchFamily="34" charset="0"/>
              </a:rPr>
              <a:t>Company</a:t>
            </a:r>
          </a:p>
        </p:txBody>
      </p:sp>
      <p:sp>
        <p:nvSpPr>
          <p:cNvPr id="18447" name="Rectangle 15"/>
          <p:cNvSpPr>
            <a:spLocks noChangeArrowheads="1"/>
          </p:cNvSpPr>
          <p:nvPr/>
        </p:nvSpPr>
        <p:spPr bwMode="auto">
          <a:xfrm>
            <a:off x="5937250" y="4262438"/>
            <a:ext cx="1839913"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lnSpc>
                <a:spcPct val="90000"/>
              </a:lnSpc>
              <a:spcBef>
                <a:spcPct val="50000"/>
              </a:spcBef>
            </a:pPr>
            <a:r>
              <a:rPr lang="en-US" altLang="en-US" sz="2400" b="1">
                <a:solidFill>
                  <a:srgbClr val="000000"/>
                </a:solidFill>
                <a:latin typeface="Arial" panose="020B0604020202020204" pitchFamily="34" charset="0"/>
              </a:rPr>
              <a:t>Customers</a:t>
            </a:r>
          </a:p>
        </p:txBody>
      </p:sp>
      <p:sp>
        <p:nvSpPr>
          <p:cNvPr id="18448" name="Rectangle 16"/>
          <p:cNvSpPr>
            <a:spLocks noChangeArrowheads="1"/>
          </p:cNvSpPr>
          <p:nvPr/>
        </p:nvSpPr>
        <p:spPr bwMode="auto">
          <a:xfrm>
            <a:off x="4108450" y="5253038"/>
            <a:ext cx="2451100"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lnSpc>
                <a:spcPct val="90000"/>
              </a:lnSpc>
              <a:spcBef>
                <a:spcPct val="50000"/>
              </a:spcBef>
            </a:pPr>
            <a:r>
              <a:rPr lang="en-US" altLang="en-US" sz="2400" b="1">
                <a:solidFill>
                  <a:srgbClr val="000000"/>
                </a:solidFill>
                <a:latin typeface="Arial" panose="020B0604020202020204" pitchFamily="34" charset="0"/>
              </a:rPr>
              <a:t>Intermediaries</a:t>
            </a:r>
          </a:p>
        </p:txBody>
      </p:sp>
      <p:sp>
        <p:nvSpPr>
          <p:cNvPr id="18449" name="Rectangle 17"/>
          <p:cNvSpPr>
            <a:spLocks noChangeArrowheads="1"/>
          </p:cNvSpPr>
          <p:nvPr/>
        </p:nvSpPr>
        <p:spPr bwMode="auto">
          <a:xfrm>
            <a:off x="6091238" y="3500438"/>
            <a:ext cx="1763712"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lnSpc>
                <a:spcPct val="90000"/>
              </a:lnSpc>
              <a:spcBef>
                <a:spcPct val="50000"/>
              </a:spcBef>
            </a:pPr>
            <a:r>
              <a:rPr lang="en-US" altLang="en-US" sz="2400" b="1">
                <a:solidFill>
                  <a:srgbClr val="000000"/>
                </a:solidFill>
                <a:latin typeface="Arial" panose="020B0604020202020204" pitchFamily="34" charset="0"/>
              </a:rPr>
              <a:t>Suppliers</a:t>
            </a:r>
          </a:p>
        </p:txBody>
      </p:sp>
      <p:sp>
        <p:nvSpPr>
          <p:cNvPr id="18450" name="Rectangle 18"/>
          <p:cNvSpPr>
            <a:spLocks noChangeArrowheads="1"/>
          </p:cNvSpPr>
          <p:nvPr/>
        </p:nvSpPr>
        <p:spPr bwMode="auto">
          <a:xfrm>
            <a:off x="2660650" y="4108450"/>
            <a:ext cx="2143125" cy="75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lnSpc>
                <a:spcPct val="90000"/>
              </a:lnSpc>
              <a:spcBef>
                <a:spcPct val="50000"/>
              </a:spcBef>
            </a:pPr>
            <a:r>
              <a:rPr lang="en-US" altLang="en-US" sz="2400" b="1">
                <a:solidFill>
                  <a:srgbClr val="000000"/>
                </a:solidFill>
                <a:latin typeface="Arial" panose="020B0604020202020204" pitchFamily="34" charset="0"/>
              </a:rPr>
              <a:t>    Competitors</a:t>
            </a:r>
          </a:p>
        </p:txBody>
      </p:sp>
      <p:sp>
        <p:nvSpPr>
          <p:cNvPr id="18451" name="Rectangle 19"/>
          <p:cNvSpPr>
            <a:spLocks noChangeArrowheads="1"/>
          </p:cNvSpPr>
          <p:nvPr/>
        </p:nvSpPr>
        <p:spPr bwMode="auto">
          <a:xfrm>
            <a:off x="2738438" y="3500438"/>
            <a:ext cx="1457325"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lnSpc>
                <a:spcPct val="90000"/>
              </a:lnSpc>
              <a:spcBef>
                <a:spcPct val="50000"/>
              </a:spcBef>
            </a:pPr>
            <a:r>
              <a:rPr lang="en-US" altLang="en-US" sz="2400" b="1">
                <a:solidFill>
                  <a:srgbClr val="000000"/>
                </a:solidFill>
                <a:latin typeface="Arial" panose="020B0604020202020204" pitchFamily="34" charset="0"/>
              </a:rPr>
              <a:t>Public</a:t>
            </a:r>
          </a:p>
        </p:txBody>
      </p:sp>
    </p:spTree>
  </p:cSld>
  <p:clrMapOvr>
    <a:overrideClrMapping bg1="dk2" tx1="lt1" bg2="dk1" tx2="lt2" accent1="accent1" accent2="accent2" accent3="accent3" accent4="accent4" accent5="accent5" accent6="accent6" hlink="hlink" folHlink="folHlink"/>
  </p:clrMapOvr>
  <p:transition spd="slow">
    <p:random/>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0">
          <a:gsLst>
            <a:gs pos="0">
              <a:schemeClr val="bg1"/>
            </a:gs>
            <a:gs pos="100000">
              <a:srgbClr val="5C84FC"/>
            </a:gs>
          </a:gsLst>
          <a:lin ang="5400000" scaled="1"/>
        </a:gradFill>
        <a:effectLst/>
      </p:bgPr>
    </p:bg>
    <p:spTree>
      <p:nvGrpSpPr>
        <p:cNvPr id="1" name=""/>
        <p:cNvGrpSpPr/>
        <p:nvPr/>
      </p:nvGrpSpPr>
      <p:grpSpPr>
        <a:xfrm>
          <a:off x="0" y="0"/>
          <a:ext cx="0" cy="0"/>
          <a:chOff x="0" y="0"/>
          <a:chExt cx="0" cy="0"/>
        </a:xfrm>
      </p:grpSpPr>
      <p:sp>
        <p:nvSpPr>
          <p:cNvPr id="20482" name="Rectangle 2"/>
          <p:cNvSpPr>
            <a:spLocks noChangeArrowheads="1"/>
          </p:cNvSpPr>
          <p:nvPr/>
        </p:nvSpPr>
        <p:spPr bwMode="auto">
          <a:xfrm>
            <a:off x="239713" y="0"/>
            <a:ext cx="6089650" cy="708025"/>
          </a:xfrm>
          <a:prstGeom prst="rect">
            <a:avLst/>
          </a:prstGeom>
          <a:solidFill>
            <a:srgbClr val="063DE8"/>
          </a:solidFill>
          <a:ln>
            <a:noFill/>
          </a:ln>
          <a:effectLst>
            <a:outerShdw dist="107763" dir="2700000" algn="ctr" rotWithShape="0">
              <a:schemeClr val="bg2"/>
            </a:outerShdw>
          </a:effectLst>
          <a:extLst>
            <a:ext uri="{91240B29-F687-4F45-9708-019B960494DF}">
              <a14:hiddenLine xmlns:a14="http://schemas.microsoft.com/office/drawing/2010/main" w="12700">
                <a:solidFill>
                  <a:srgbClr val="000000"/>
                </a:solidFill>
                <a:miter lim="800000"/>
                <a:headEnd/>
                <a:tailEnd/>
              </a14:hiddenLine>
            </a:ext>
          </a:extLst>
        </p:spPr>
        <p:txBody>
          <a:bodyPr wrap="none" lIns="47625" tIns="19050" rIns="47625" bIns="1905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4400" b="1" i="1">
                <a:solidFill>
                  <a:srgbClr val="FAFD00"/>
                </a:solidFill>
                <a:latin typeface="Arial" panose="020B0604020202020204" pitchFamily="34" charset="0"/>
              </a:rPr>
              <a:t>The Microenvironment</a:t>
            </a:r>
          </a:p>
        </p:txBody>
      </p:sp>
      <p:sp>
        <p:nvSpPr>
          <p:cNvPr id="20483" name="Line 3"/>
          <p:cNvSpPr>
            <a:spLocks noChangeShapeType="1"/>
          </p:cNvSpPr>
          <p:nvPr/>
        </p:nvSpPr>
        <p:spPr bwMode="auto">
          <a:xfrm flipH="1">
            <a:off x="1558925" y="2239963"/>
            <a:ext cx="2074863" cy="6746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en-US"/>
          </a:p>
        </p:txBody>
      </p:sp>
      <p:sp>
        <p:nvSpPr>
          <p:cNvPr id="20484" name="Line 4"/>
          <p:cNvSpPr>
            <a:spLocks noChangeShapeType="1"/>
          </p:cNvSpPr>
          <p:nvPr/>
        </p:nvSpPr>
        <p:spPr bwMode="auto">
          <a:xfrm>
            <a:off x="5842000" y="2043113"/>
            <a:ext cx="2212975" cy="758825"/>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en-US"/>
          </a:p>
        </p:txBody>
      </p:sp>
      <p:sp>
        <p:nvSpPr>
          <p:cNvPr id="20485" name="Line 5"/>
          <p:cNvSpPr>
            <a:spLocks noChangeShapeType="1"/>
          </p:cNvSpPr>
          <p:nvPr/>
        </p:nvSpPr>
        <p:spPr bwMode="auto">
          <a:xfrm>
            <a:off x="7867650" y="3649663"/>
            <a:ext cx="0" cy="9032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en-US"/>
          </a:p>
        </p:txBody>
      </p:sp>
      <p:sp>
        <p:nvSpPr>
          <p:cNvPr id="20486" name="Line 6"/>
          <p:cNvSpPr>
            <a:spLocks noChangeShapeType="1"/>
          </p:cNvSpPr>
          <p:nvPr/>
        </p:nvSpPr>
        <p:spPr bwMode="auto">
          <a:xfrm>
            <a:off x="2644775" y="4821238"/>
            <a:ext cx="415290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en-US"/>
          </a:p>
        </p:txBody>
      </p:sp>
      <p:sp>
        <p:nvSpPr>
          <p:cNvPr id="20487" name="Line 7"/>
          <p:cNvSpPr>
            <a:spLocks noChangeShapeType="1"/>
          </p:cNvSpPr>
          <p:nvPr/>
        </p:nvSpPr>
        <p:spPr bwMode="auto">
          <a:xfrm flipH="1">
            <a:off x="2622550" y="3246438"/>
            <a:ext cx="4117975" cy="15636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en-US"/>
          </a:p>
        </p:txBody>
      </p:sp>
      <p:sp>
        <p:nvSpPr>
          <p:cNvPr id="20488" name="Line 8"/>
          <p:cNvSpPr>
            <a:spLocks noChangeShapeType="1"/>
          </p:cNvSpPr>
          <p:nvPr/>
        </p:nvSpPr>
        <p:spPr bwMode="auto">
          <a:xfrm flipV="1">
            <a:off x="4741863" y="2427288"/>
            <a:ext cx="0" cy="32385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en-US"/>
          </a:p>
        </p:txBody>
      </p:sp>
      <p:sp>
        <p:nvSpPr>
          <p:cNvPr id="20489" name="Line 9"/>
          <p:cNvSpPr>
            <a:spLocks noChangeShapeType="1"/>
          </p:cNvSpPr>
          <p:nvPr/>
        </p:nvSpPr>
        <p:spPr bwMode="auto">
          <a:xfrm>
            <a:off x="2679700" y="3192463"/>
            <a:ext cx="408305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en-US"/>
          </a:p>
        </p:txBody>
      </p:sp>
      <p:sp>
        <p:nvSpPr>
          <p:cNvPr id="20490" name="Line 10"/>
          <p:cNvSpPr>
            <a:spLocks noChangeShapeType="1"/>
          </p:cNvSpPr>
          <p:nvPr/>
        </p:nvSpPr>
        <p:spPr bwMode="auto">
          <a:xfrm>
            <a:off x="2679700" y="3194050"/>
            <a:ext cx="4117975" cy="162083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en-US"/>
          </a:p>
        </p:txBody>
      </p:sp>
      <p:sp>
        <p:nvSpPr>
          <p:cNvPr id="20491" name="Line 11"/>
          <p:cNvSpPr>
            <a:spLocks noChangeShapeType="1"/>
          </p:cNvSpPr>
          <p:nvPr/>
        </p:nvSpPr>
        <p:spPr bwMode="auto">
          <a:xfrm>
            <a:off x="1606550" y="3744913"/>
            <a:ext cx="0" cy="892175"/>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en-US"/>
          </a:p>
        </p:txBody>
      </p:sp>
      <p:sp>
        <p:nvSpPr>
          <p:cNvPr id="20492" name="Line 12"/>
          <p:cNvSpPr>
            <a:spLocks noChangeShapeType="1"/>
          </p:cNvSpPr>
          <p:nvPr/>
        </p:nvSpPr>
        <p:spPr bwMode="auto">
          <a:xfrm flipH="1">
            <a:off x="2630488" y="2463800"/>
            <a:ext cx="2076450" cy="235743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en-US"/>
          </a:p>
        </p:txBody>
      </p:sp>
      <p:sp>
        <p:nvSpPr>
          <p:cNvPr id="20493" name="Line 13"/>
          <p:cNvSpPr>
            <a:spLocks noChangeShapeType="1"/>
          </p:cNvSpPr>
          <p:nvPr/>
        </p:nvSpPr>
        <p:spPr bwMode="auto">
          <a:xfrm>
            <a:off x="4764088" y="2452688"/>
            <a:ext cx="2019300" cy="236855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en-US"/>
          </a:p>
        </p:txBody>
      </p:sp>
      <p:sp>
        <p:nvSpPr>
          <p:cNvPr id="20494" name="Line 14"/>
          <p:cNvSpPr>
            <a:spLocks noChangeShapeType="1"/>
          </p:cNvSpPr>
          <p:nvPr/>
        </p:nvSpPr>
        <p:spPr bwMode="auto">
          <a:xfrm flipH="1" flipV="1">
            <a:off x="2671763" y="3222625"/>
            <a:ext cx="2046287" cy="22860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en-US"/>
          </a:p>
        </p:txBody>
      </p:sp>
      <p:sp>
        <p:nvSpPr>
          <p:cNvPr id="20495" name="Line 15"/>
          <p:cNvSpPr>
            <a:spLocks noChangeShapeType="1"/>
          </p:cNvSpPr>
          <p:nvPr/>
        </p:nvSpPr>
        <p:spPr bwMode="auto">
          <a:xfrm flipV="1">
            <a:off x="4732338" y="3235325"/>
            <a:ext cx="2006600" cy="22748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en-US"/>
          </a:p>
        </p:txBody>
      </p:sp>
      <p:sp>
        <p:nvSpPr>
          <p:cNvPr id="20496" name="Line 16"/>
          <p:cNvSpPr>
            <a:spLocks noChangeShapeType="1"/>
          </p:cNvSpPr>
          <p:nvPr/>
        </p:nvSpPr>
        <p:spPr bwMode="auto">
          <a:xfrm flipH="1" flipV="1">
            <a:off x="1398588" y="5151438"/>
            <a:ext cx="2074862" cy="931862"/>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en-US"/>
          </a:p>
        </p:txBody>
      </p:sp>
      <p:sp>
        <p:nvSpPr>
          <p:cNvPr id="20497" name="Line 17"/>
          <p:cNvSpPr>
            <a:spLocks noChangeShapeType="1"/>
          </p:cNvSpPr>
          <p:nvPr/>
        </p:nvSpPr>
        <p:spPr bwMode="auto">
          <a:xfrm flipV="1">
            <a:off x="5854700" y="5240338"/>
            <a:ext cx="2089150" cy="81915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en-US"/>
          </a:p>
        </p:txBody>
      </p:sp>
      <p:sp>
        <p:nvSpPr>
          <p:cNvPr id="20498" name="Oval 18"/>
          <p:cNvSpPr>
            <a:spLocks noChangeArrowheads="1"/>
          </p:cNvSpPr>
          <p:nvPr/>
        </p:nvSpPr>
        <p:spPr bwMode="auto">
          <a:xfrm>
            <a:off x="3155950" y="1036638"/>
            <a:ext cx="3294063" cy="1643062"/>
          </a:xfrm>
          <a:prstGeom prst="ellipse">
            <a:avLst/>
          </a:prstGeom>
          <a:gradFill rotWithShape="0">
            <a:gsLst>
              <a:gs pos="0">
                <a:srgbClr val="C1CEFF"/>
              </a:gs>
              <a:gs pos="100000">
                <a:srgbClr val="DAE2FF"/>
              </a:gs>
            </a:gsLst>
            <a:lin ang="5400000" scaled="1"/>
          </a:gradFill>
          <a:ln>
            <a:noFill/>
          </a:ln>
          <a:effectLst>
            <a:outerShdw dist="89803" dir="2700000" algn="ctr" rotWithShape="0">
              <a:srgbClr val="414141"/>
            </a:outerShdw>
          </a:effectLst>
          <a:extLst>
            <a:ext uri="{91240B29-F687-4F45-9708-019B960494DF}">
              <a14:hiddenLine xmlns:a14="http://schemas.microsoft.com/office/drawing/2010/main" w="12700">
                <a:solidFill>
                  <a:srgbClr val="000000"/>
                </a:solidFill>
                <a:round/>
                <a:headEnd/>
                <a:tailEnd/>
              </a14:hiddenLine>
            </a:ext>
          </a:extLst>
        </p:spPr>
        <p:txBody>
          <a:bodyPr wrap="none" lIns="123825" tIns="61912" rIns="123825" bIns="61912" anchor="ctr"/>
          <a:lstStyle>
            <a:lvl1pPr defTabSz="1235075">
              <a:defRPr>
                <a:solidFill>
                  <a:schemeClr val="tx1"/>
                </a:solidFill>
                <a:latin typeface="Calibri" panose="020F0502020204030204" pitchFamily="34" charset="0"/>
              </a:defRPr>
            </a:lvl1pPr>
            <a:lvl2pPr marL="742950" indent="-285750" defTabSz="1235075">
              <a:defRPr>
                <a:solidFill>
                  <a:schemeClr val="tx1"/>
                </a:solidFill>
                <a:latin typeface="Calibri" panose="020F0502020204030204" pitchFamily="34" charset="0"/>
              </a:defRPr>
            </a:lvl2pPr>
            <a:lvl3pPr marL="1143000" indent="-228600" defTabSz="1235075">
              <a:defRPr>
                <a:solidFill>
                  <a:schemeClr val="tx1"/>
                </a:solidFill>
                <a:latin typeface="Calibri" panose="020F0502020204030204" pitchFamily="34" charset="0"/>
              </a:defRPr>
            </a:lvl3pPr>
            <a:lvl4pPr marL="1600200" indent="-228600" defTabSz="1235075">
              <a:defRPr>
                <a:solidFill>
                  <a:schemeClr val="tx1"/>
                </a:solidFill>
                <a:latin typeface="Calibri" panose="020F0502020204030204" pitchFamily="34" charset="0"/>
              </a:defRPr>
            </a:lvl4pPr>
            <a:lvl5pPr marL="2057400" indent="-228600" defTabSz="1235075">
              <a:defRPr>
                <a:solidFill>
                  <a:schemeClr val="tx1"/>
                </a:solidFill>
                <a:latin typeface="Calibri" panose="020F0502020204030204" pitchFamily="34" charset="0"/>
              </a:defRPr>
            </a:lvl5pPr>
            <a:lvl6pPr marL="2514600" indent="-228600" defTabSz="1235075" eaLnBrk="0" fontAlgn="base" hangingPunct="0">
              <a:spcBef>
                <a:spcPct val="0"/>
              </a:spcBef>
              <a:spcAft>
                <a:spcPct val="0"/>
              </a:spcAft>
              <a:defRPr>
                <a:solidFill>
                  <a:schemeClr val="tx1"/>
                </a:solidFill>
                <a:latin typeface="Calibri" panose="020F0502020204030204" pitchFamily="34" charset="0"/>
              </a:defRPr>
            </a:lvl6pPr>
            <a:lvl7pPr marL="2971800" indent="-228600" defTabSz="1235075" eaLnBrk="0" fontAlgn="base" hangingPunct="0">
              <a:spcBef>
                <a:spcPct val="0"/>
              </a:spcBef>
              <a:spcAft>
                <a:spcPct val="0"/>
              </a:spcAft>
              <a:defRPr>
                <a:solidFill>
                  <a:schemeClr val="tx1"/>
                </a:solidFill>
                <a:latin typeface="Calibri" panose="020F0502020204030204" pitchFamily="34" charset="0"/>
              </a:defRPr>
            </a:lvl7pPr>
            <a:lvl8pPr marL="3429000" indent="-228600" defTabSz="1235075" eaLnBrk="0" fontAlgn="base" hangingPunct="0">
              <a:spcBef>
                <a:spcPct val="0"/>
              </a:spcBef>
              <a:spcAft>
                <a:spcPct val="0"/>
              </a:spcAft>
              <a:defRPr>
                <a:solidFill>
                  <a:schemeClr val="tx1"/>
                </a:solidFill>
                <a:latin typeface="Calibri" panose="020F0502020204030204" pitchFamily="34" charset="0"/>
              </a:defRPr>
            </a:lvl8pPr>
            <a:lvl9pPr marL="3886200" indent="-228600" defTabSz="1235075"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3600" b="1">
                <a:solidFill>
                  <a:srgbClr val="000000"/>
                </a:solidFill>
                <a:latin typeface="Arial" panose="020B0604020202020204" pitchFamily="34" charset="0"/>
              </a:rPr>
              <a:t>Company</a:t>
            </a:r>
          </a:p>
        </p:txBody>
      </p:sp>
      <p:sp>
        <p:nvSpPr>
          <p:cNvPr id="20499" name="Oval 19"/>
          <p:cNvSpPr>
            <a:spLocks noChangeArrowheads="1"/>
          </p:cNvSpPr>
          <p:nvPr/>
        </p:nvSpPr>
        <p:spPr bwMode="auto">
          <a:xfrm>
            <a:off x="3003550" y="5105400"/>
            <a:ext cx="3294063" cy="1747838"/>
          </a:xfrm>
          <a:prstGeom prst="ellipse">
            <a:avLst/>
          </a:prstGeom>
          <a:gradFill rotWithShape="0">
            <a:gsLst>
              <a:gs pos="0">
                <a:srgbClr val="D49FFF"/>
              </a:gs>
              <a:gs pos="100000">
                <a:srgbClr val="D8A9FF"/>
              </a:gs>
            </a:gsLst>
            <a:lin ang="5400000" scaled="1"/>
          </a:gradFill>
          <a:ln>
            <a:noFill/>
          </a:ln>
          <a:effectLst>
            <a:outerShdw dist="89803" dir="2700000" algn="ctr" rotWithShape="0">
              <a:srgbClr val="414141"/>
            </a:outerShdw>
          </a:effectLst>
          <a:extLst>
            <a:ext uri="{91240B29-F687-4F45-9708-019B960494DF}">
              <a14:hiddenLine xmlns:a14="http://schemas.microsoft.com/office/drawing/2010/main" w="12700">
                <a:solidFill>
                  <a:srgbClr val="000000"/>
                </a:solidFill>
                <a:round/>
                <a:headEnd/>
                <a:tailEnd/>
              </a14:hiddenLine>
            </a:ext>
          </a:extLst>
        </p:spPr>
        <p:txBody>
          <a:bodyPr wrap="none" lIns="123825" tIns="61912" rIns="123825" bIns="61912" anchor="ctr"/>
          <a:lstStyle>
            <a:lvl1pPr defTabSz="1235075">
              <a:defRPr>
                <a:solidFill>
                  <a:schemeClr val="tx1"/>
                </a:solidFill>
                <a:latin typeface="Calibri" panose="020F0502020204030204" pitchFamily="34" charset="0"/>
              </a:defRPr>
            </a:lvl1pPr>
            <a:lvl2pPr marL="742950" indent="-285750" defTabSz="1235075">
              <a:defRPr>
                <a:solidFill>
                  <a:schemeClr val="tx1"/>
                </a:solidFill>
                <a:latin typeface="Calibri" panose="020F0502020204030204" pitchFamily="34" charset="0"/>
              </a:defRPr>
            </a:lvl2pPr>
            <a:lvl3pPr marL="1143000" indent="-228600" defTabSz="1235075">
              <a:defRPr>
                <a:solidFill>
                  <a:schemeClr val="tx1"/>
                </a:solidFill>
                <a:latin typeface="Calibri" panose="020F0502020204030204" pitchFamily="34" charset="0"/>
              </a:defRPr>
            </a:lvl3pPr>
            <a:lvl4pPr marL="1600200" indent="-228600" defTabSz="1235075">
              <a:defRPr>
                <a:solidFill>
                  <a:schemeClr val="tx1"/>
                </a:solidFill>
                <a:latin typeface="Calibri" panose="020F0502020204030204" pitchFamily="34" charset="0"/>
              </a:defRPr>
            </a:lvl4pPr>
            <a:lvl5pPr marL="2057400" indent="-228600" defTabSz="1235075">
              <a:defRPr>
                <a:solidFill>
                  <a:schemeClr val="tx1"/>
                </a:solidFill>
                <a:latin typeface="Calibri" panose="020F0502020204030204" pitchFamily="34" charset="0"/>
              </a:defRPr>
            </a:lvl5pPr>
            <a:lvl6pPr marL="2514600" indent="-228600" defTabSz="1235075" eaLnBrk="0" fontAlgn="base" hangingPunct="0">
              <a:spcBef>
                <a:spcPct val="0"/>
              </a:spcBef>
              <a:spcAft>
                <a:spcPct val="0"/>
              </a:spcAft>
              <a:defRPr>
                <a:solidFill>
                  <a:schemeClr val="tx1"/>
                </a:solidFill>
                <a:latin typeface="Calibri" panose="020F0502020204030204" pitchFamily="34" charset="0"/>
              </a:defRPr>
            </a:lvl6pPr>
            <a:lvl7pPr marL="2971800" indent="-228600" defTabSz="1235075" eaLnBrk="0" fontAlgn="base" hangingPunct="0">
              <a:spcBef>
                <a:spcPct val="0"/>
              </a:spcBef>
              <a:spcAft>
                <a:spcPct val="0"/>
              </a:spcAft>
              <a:defRPr>
                <a:solidFill>
                  <a:schemeClr val="tx1"/>
                </a:solidFill>
                <a:latin typeface="Calibri" panose="020F0502020204030204" pitchFamily="34" charset="0"/>
              </a:defRPr>
            </a:lvl7pPr>
            <a:lvl8pPr marL="3429000" indent="-228600" defTabSz="1235075" eaLnBrk="0" fontAlgn="base" hangingPunct="0">
              <a:spcBef>
                <a:spcPct val="0"/>
              </a:spcBef>
              <a:spcAft>
                <a:spcPct val="0"/>
              </a:spcAft>
              <a:defRPr>
                <a:solidFill>
                  <a:schemeClr val="tx1"/>
                </a:solidFill>
                <a:latin typeface="Calibri" panose="020F0502020204030204" pitchFamily="34" charset="0"/>
              </a:defRPr>
            </a:lvl8pPr>
            <a:lvl9pPr marL="3886200" indent="-228600" defTabSz="1235075"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3600" b="1">
                <a:solidFill>
                  <a:srgbClr val="000000"/>
                </a:solidFill>
                <a:latin typeface="Arial" panose="020B0604020202020204" pitchFamily="34" charset="0"/>
              </a:rPr>
              <a:t>Customers</a:t>
            </a:r>
          </a:p>
        </p:txBody>
      </p:sp>
      <p:sp>
        <p:nvSpPr>
          <p:cNvPr id="20500" name="Oval 20"/>
          <p:cNvSpPr>
            <a:spLocks noChangeArrowheads="1"/>
          </p:cNvSpPr>
          <p:nvPr/>
        </p:nvSpPr>
        <p:spPr bwMode="auto">
          <a:xfrm>
            <a:off x="85725" y="2374900"/>
            <a:ext cx="3295650" cy="1643063"/>
          </a:xfrm>
          <a:prstGeom prst="ellipse">
            <a:avLst/>
          </a:prstGeom>
          <a:gradFill rotWithShape="0">
            <a:gsLst>
              <a:gs pos="0">
                <a:srgbClr val="8CF4EA"/>
              </a:gs>
              <a:gs pos="100000">
                <a:srgbClr val="C5F9F4"/>
              </a:gs>
            </a:gsLst>
            <a:lin ang="5400000" scaled="1"/>
          </a:gradFill>
          <a:ln>
            <a:noFill/>
          </a:ln>
          <a:effectLst>
            <a:outerShdw dist="89803" dir="2700000" algn="ctr" rotWithShape="0">
              <a:srgbClr val="414141"/>
            </a:outerShdw>
          </a:effectLst>
          <a:extLst>
            <a:ext uri="{91240B29-F687-4F45-9708-019B960494DF}">
              <a14:hiddenLine xmlns:a14="http://schemas.microsoft.com/office/drawing/2010/main" w="12700">
                <a:solidFill>
                  <a:srgbClr val="000000"/>
                </a:solidFill>
                <a:round/>
                <a:headEnd/>
                <a:tailEnd/>
              </a14:hiddenLine>
            </a:ext>
          </a:extLst>
        </p:spPr>
        <p:txBody>
          <a:bodyPr wrap="none" lIns="123825" tIns="61912" rIns="123825" bIns="61912" anchor="ctr"/>
          <a:lstStyle>
            <a:lvl1pPr defTabSz="1235075">
              <a:defRPr>
                <a:solidFill>
                  <a:schemeClr val="tx1"/>
                </a:solidFill>
                <a:latin typeface="Calibri" panose="020F0502020204030204" pitchFamily="34" charset="0"/>
              </a:defRPr>
            </a:lvl1pPr>
            <a:lvl2pPr marL="742950" indent="-285750" defTabSz="1235075">
              <a:defRPr>
                <a:solidFill>
                  <a:schemeClr val="tx1"/>
                </a:solidFill>
                <a:latin typeface="Calibri" panose="020F0502020204030204" pitchFamily="34" charset="0"/>
              </a:defRPr>
            </a:lvl2pPr>
            <a:lvl3pPr marL="1143000" indent="-228600" defTabSz="1235075">
              <a:defRPr>
                <a:solidFill>
                  <a:schemeClr val="tx1"/>
                </a:solidFill>
                <a:latin typeface="Calibri" panose="020F0502020204030204" pitchFamily="34" charset="0"/>
              </a:defRPr>
            </a:lvl3pPr>
            <a:lvl4pPr marL="1600200" indent="-228600" defTabSz="1235075">
              <a:defRPr>
                <a:solidFill>
                  <a:schemeClr val="tx1"/>
                </a:solidFill>
                <a:latin typeface="Calibri" panose="020F0502020204030204" pitchFamily="34" charset="0"/>
              </a:defRPr>
            </a:lvl4pPr>
            <a:lvl5pPr marL="2057400" indent="-228600" defTabSz="1235075">
              <a:defRPr>
                <a:solidFill>
                  <a:schemeClr val="tx1"/>
                </a:solidFill>
                <a:latin typeface="Calibri" panose="020F0502020204030204" pitchFamily="34" charset="0"/>
              </a:defRPr>
            </a:lvl5pPr>
            <a:lvl6pPr marL="2514600" indent="-228600" defTabSz="1235075" eaLnBrk="0" fontAlgn="base" hangingPunct="0">
              <a:spcBef>
                <a:spcPct val="0"/>
              </a:spcBef>
              <a:spcAft>
                <a:spcPct val="0"/>
              </a:spcAft>
              <a:defRPr>
                <a:solidFill>
                  <a:schemeClr val="tx1"/>
                </a:solidFill>
                <a:latin typeface="Calibri" panose="020F0502020204030204" pitchFamily="34" charset="0"/>
              </a:defRPr>
            </a:lvl6pPr>
            <a:lvl7pPr marL="2971800" indent="-228600" defTabSz="1235075" eaLnBrk="0" fontAlgn="base" hangingPunct="0">
              <a:spcBef>
                <a:spcPct val="0"/>
              </a:spcBef>
              <a:spcAft>
                <a:spcPct val="0"/>
              </a:spcAft>
              <a:defRPr>
                <a:solidFill>
                  <a:schemeClr val="tx1"/>
                </a:solidFill>
                <a:latin typeface="Calibri" panose="020F0502020204030204" pitchFamily="34" charset="0"/>
              </a:defRPr>
            </a:lvl7pPr>
            <a:lvl8pPr marL="3429000" indent="-228600" defTabSz="1235075" eaLnBrk="0" fontAlgn="base" hangingPunct="0">
              <a:spcBef>
                <a:spcPct val="0"/>
              </a:spcBef>
              <a:spcAft>
                <a:spcPct val="0"/>
              </a:spcAft>
              <a:defRPr>
                <a:solidFill>
                  <a:schemeClr val="tx1"/>
                </a:solidFill>
                <a:latin typeface="Calibri" panose="020F0502020204030204" pitchFamily="34" charset="0"/>
              </a:defRPr>
            </a:lvl8pPr>
            <a:lvl9pPr marL="3886200" indent="-228600" defTabSz="1235075"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3600" b="1">
                <a:solidFill>
                  <a:srgbClr val="000000"/>
                </a:solidFill>
                <a:latin typeface="Arial" panose="020B0604020202020204" pitchFamily="34" charset="0"/>
              </a:rPr>
              <a:t>Public</a:t>
            </a:r>
          </a:p>
        </p:txBody>
      </p:sp>
      <p:sp>
        <p:nvSpPr>
          <p:cNvPr id="20501" name="Oval 21"/>
          <p:cNvSpPr>
            <a:spLocks noChangeArrowheads="1"/>
          </p:cNvSpPr>
          <p:nvPr/>
        </p:nvSpPr>
        <p:spPr bwMode="auto">
          <a:xfrm>
            <a:off x="6400800" y="2500313"/>
            <a:ext cx="3429000" cy="1676400"/>
          </a:xfrm>
          <a:prstGeom prst="ellipse">
            <a:avLst/>
          </a:prstGeom>
          <a:gradFill rotWithShape="0">
            <a:gsLst>
              <a:gs pos="0">
                <a:srgbClr val="F39FD1"/>
              </a:gs>
              <a:gs pos="100000">
                <a:srgbClr val="F4A9D6"/>
              </a:gs>
            </a:gsLst>
            <a:lin ang="5400000" scaled="1"/>
          </a:gradFill>
          <a:ln>
            <a:noFill/>
          </a:ln>
          <a:effectLst>
            <a:outerShdw dist="89803" dir="2700000" algn="ctr" rotWithShape="0">
              <a:srgbClr val="414141"/>
            </a:outerShdw>
          </a:effectLst>
          <a:extLst>
            <a:ext uri="{91240B29-F687-4F45-9708-019B960494DF}">
              <a14:hiddenLine xmlns:a14="http://schemas.microsoft.com/office/drawing/2010/main" w="12700">
                <a:solidFill>
                  <a:srgbClr val="000000"/>
                </a:solidFill>
                <a:round/>
                <a:headEnd/>
                <a:tailEnd/>
              </a14:hiddenLine>
            </a:ext>
          </a:extLst>
        </p:spPr>
        <p:txBody>
          <a:bodyPr wrap="none" lIns="123825" tIns="61912" rIns="123825" bIns="61912" anchor="ctr"/>
          <a:lstStyle>
            <a:lvl1pPr defTabSz="1235075">
              <a:defRPr>
                <a:solidFill>
                  <a:schemeClr val="tx1"/>
                </a:solidFill>
                <a:latin typeface="Calibri" panose="020F0502020204030204" pitchFamily="34" charset="0"/>
              </a:defRPr>
            </a:lvl1pPr>
            <a:lvl2pPr marL="742950" indent="-285750" defTabSz="1235075">
              <a:defRPr>
                <a:solidFill>
                  <a:schemeClr val="tx1"/>
                </a:solidFill>
                <a:latin typeface="Calibri" panose="020F0502020204030204" pitchFamily="34" charset="0"/>
              </a:defRPr>
            </a:lvl2pPr>
            <a:lvl3pPr marL="1143000" indent="-228600" defTabSz="1235075">
              <a:defRPr>
                <a:solidFill>
                  <a:schemeClr val="tx1"/>
                </a:solidFill>
                <a:latin typeface="Calibri" panose="020F0502020204030204" pitchFamily="34" charset="0"/>
              </a:defRPr>
            </a:lvl3pPr>
            <a:lvl4pPr marL="1600200" indent="-228600" defTabSz="1235075">
              <a:defRPr>
                <a:solidFill>
                  <a:schemeClr val="tx1"/>
                </a:solidFill>
                <a:latin typeface="Calibri" panose="020F0502020204030204" pitchFamily="34" charset="0"/>
              </a:defRPr>
            </a:lvl4pPr>
            <a:lvl5pPr marL="2057400" indent="-228600" defTabSz="1235075">
              <a:defRPr>
                <a:solidFill>
                  <a:schemeClr val="tx1"/>
                </a:solidFill>
                <a:latin typeface="Calibri" panose="020F0502020204030204" pitchFamily="34" charset="0"/>
              </a:defRPr>
            </a:lvl5pPr>
            <a:lvl6pPr marL="2514600" indent="-228600" defTabSz="1235075" eaLnBrk="0" fontAlgn="base" hangingPunct="0">
              <a:spcBef>
                <a:spcPct val="0"/>
              </a:spcBef>
              <a:spcAft>
                <a:spcPct val="0"/>
              </a:spcAft>
              <a:defRPr>
                <a:solidFill>
                  <a:schemeClr val="tx1"/>
                </a:solidFill>
                <a:latin typeface="Calibri" panose="020F0502020204030204" pitchFamily="34" charset="0"/>
              </a:defRPr>
            </a:lvl6pPr>
            <a:lvl7pPr marL="2971800" indent="-228600" defTabSz="1235075" eaLnBrk="0" fontAlgn="base" hangingPunct="0">
              <a:spcBef>
                <a:spcPct val="0"/>
              </a:spcBef>
              <a:spcAft>
                <a:spcPct val="0"/>
              </a:spcAft>
              <a:defRPr>
                <a:solidFill>
                  <a:schemeClr val="tx1"/>
                </a:solidFill>
                <a:latin typeface="Calibri" panose="020F0502020204030204" pitchFamily="34" charset="0"/>
              </a:defRPr>
            </a:lvl7pPr>
            <a:lvl8pPr marL="3429000" indent="-228600" defTabSz="1235075" eaLnBrk="0" fontAlgn="base" hangingPunct="0">
              <a:spcBef>
                <a:spcPct val="0"/>
              </a:spcBef>
              <a:spcAft>
                <a:spcPct val="0"/>
              </a:spcAft>
              <a:defRPr>
                <a:solidFill>
                  <a:schemeClr val="tx1"/>
                </a:solidFill>
                <a:latin typeface="Calibri" panose="020F0502020204030204" pitchFamily="34" charset="0"/>
              </a:defRPr>
            </a:lvl8pPr>
            <a:lvl9pPr marL="3886200" indent="-228600" defTabSz="1235075"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b="1">
                <a:solidFill>
                  <a:srgbClr val="000000"/>
                </a:solidFill>
                <a:latin typeface="Arial" panose="020B0604020202020204" pitchFamily="34" charset="0"/>
              </a:rPr>
              <a:t>     </a:t>
            </a:r>
            <a:r>
              <a:rPr lang="en-US" altLang="en-US" sz="3600" b="1">
                <a:solidFill>
                  <a:srgbClr val="000000"/>
                </a:solidFill>
                <a:latin typeface="Arial" panose="020B0604020202020204" pitchFamily="34" charset="0"/>
              </a:rPr>
              <a:t>Suppliers</a:t>
            </a:r>
          </a:p>
        </p:txBody>
      </p:sp>
      <p:sp>
        <p:nvSpPr>
          <p:cNvPr id="20502" name="Oval 22"/>
          <p:cNvSpPr>
            <a:spLocks noChangeArrowheads="1"/>
          </p:cNvSpPr>
          <p:nvPr/>
        </p:nvSpPr>
        <p:spPr bwMode="auto">
          <a:xfrm>
            <a:off x="14288" y="4237038"/>
            <a:ext cx="3295650" cy="1643062"/>
          </a:xfrm>
          <a:prstGeom prst="ellipse">
            <a:avLst/>
          </a:prstGeom>
          <a:gradFill rotWithShape="0">
            <a:gsLst>
              <a:gs pos="0">
                <a:srgbClr val="F6BF69"/>
              </a:gs>
              <a:gs pos="100000">
                <a:srgbClr val="FADFB4"/>
              </a:gs>
            </a:gsLst>
            <a:lin ang="5400000" scaled="1"/>
          </a:gradFill>
          <a:ln>
            <a:noFill/>
          </a:ln>
          <a:effectLst>
            <a:outerShdw dist="89803" dir="2700000" algn="ctr" rotWithShape="0">
              <a:srgbClr val="414141"/>
            </a:outerShdw>
          </a:effectLst>
          <a:extLst>
            <a:ext uri="{91240B29-F687-4F45-9708-019B960494DF}">
              <a14:hiddenLine xmlns:a14="http://schemas.microsoft.com/office/drawing/2010/main" w="12700">
                <a:solidFill>
                  <a:srgbClr val="000000"/>
                </a:solidFill>
                <a:round/>
                <a:headEnd/>
                <a:tailEnd/>
              </a14:hiddenLine>
            </a:ext>
          </a:extLst>
        </p:spPr>
        <p:txBody>
          <a:bodyPr wrap="none" lIns="123825" tIns="61912" rIns="123825" bIns="61912" anchor="ctr"/>
          <a:lstStyle>
            <a:lvl1pPr defTabSz="1235075">
              <a:defRPr>
                <a:solidFill>
                  <a:schemeClr val="tx1"/>
                </a:solidFill>
                <a:latin typeface="Calibri" panose="020F0502020204030204" pitchFamily="34" charset="0"/>
              </a:defRPr>
            </a:lvl1pPr>
            <a:lvl2pPr marL="742950" indent="-285750" defTabSz="1235075">
              <a:defRPr>
                <a:solidFill>
                  <a:schemeClr val="tx1"/>
                </a:solidFill>
                <a:latin typeface="Calibri" panose="020F0502020204030204" pitchFamily="34" charset="0"/>
              </a:defRPr>
            </a:lvl2pPr>
            <a:lvl3pPr marL="1143000" indent="-228600" defTabSz="1235075">
              <a:defRPr>
                <a:solidFill>
                  <a:schemeClr val="tx1"/>
                </a:solidFill>
                <a:latin typeface="Calibri" panose="020F0502020204030204" pitchFamily="34" charset="0"/>
              </a:defRPr>
            </a:lvl3pPr>
            <a:lvl4pPr marL="1600200" indent="-228600" defTabSz="1235075">
              <a:defRPr>
                <a:solidFill>
                  <a:schemeClr val="tx1"/>
                </a:solidFill>
                <a:latin typeface="Calibri" panose="020F0502020204030204" pitchFamily="34" charset="0"/>
              </a:defRPr>
            </a:lvl4pPr>
            <a:lvl5pPr marL="2057400" indent="-228600" defTabSz="1235075">
              <a:defRPr>
                <a:solidFill>
                  <a:schemeClr val="tx1"/>
                </a:solidFill>
                <a:latin typeface="Calibri" panose="020F0502020204030204" pitchFamily="34" charset="0"/>
              </a:defRPr>
            </a:lvl5pPr>
            <a:lvl6pPr marL="2514600" indent="-228600" defTabSz="1235075" eaLnBrk="0" fontAlgn="base" hangingPunct="0">
              <a:spcBef>
                <a:spcPct val="0"/>
              </a:spcBef>
              <a:spcAft>
                <a:spcPct val="0"/>
              </a:spcAft>
              <a:defRPr>
                <a:solidFill>
                  <a:schemeClr val="tx1"/>
                </a:solidFill>
                <a:latin typeface="Calibri" panose="020F0502020204030204" pitchFamily="34" charset="0"/>
              </a:defRPr>
            </a:lvl6pPr>
            <a:lvl7pPr marL="2971800" indent="-228600" defTabSz="1235075" eaLnBrk="0" fontAlgn="base" hangingPunct="0">
              <a:spcBef>
                <a:spcPct val="0"/>
              </a:spcBef>
              <a:spcAft>
                <a:spcPct val="0"/>
              </a:spcAft>
              <a:defRPr>
                <a:solidFill>
                  <a:schemeClr val="tx1"/>
                </a:solidFill>
                <a:latin typeface="Calibri" panose="020F0502020204030204" pitchFamily="34" charset="0"/>
              </a:defRPr>
            </a:lvl7pPr>
            <a:lvl8pPr marL="3429000" indent="-228600" defTabSz="1235075" eaLnBrk="0" fontAlgn="base" hangingPunct="0">
              <a:spcBef>
                <a:spcPct val="0"/>
              </a:spcBef>
              <a:spcAft>
                <a:spcPct val="0"/>
              </a:spcAft>
              <a:defRPr>
                <a:solidFill>
                  <a:schemeClr val="tx1"/>
                </a:solidFill>
                <a:latin typeface="Calibri" panose="020F0502020204030204" pitchFamily="34" charset="0"/>
              </a:defRPr>
            </a:lvl8pPr>
            <a:lvl9pPr marL="3886200" indent="-228600" defTabSz="1235075"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3600" b="1">
                <a:solidFill>
                  <a:srgbClr val="000000"/>
                </a:solidFill>
                <a:latin typeface="Arial" panose="020B0604020202020204" pitchFamily="34" charset="0"/>
              </a:rPr>
              <a:t>Competitors</a:t>
            </a:r>
          </a:p>
        </p:txBody>
      </p:sp>
      <p:sp>
        <p:nvSpPr>
          <p:cNvPr id="20503" name="Oval 23"/>
          <p:cNvSpPr>
            <a:spLocks noChangeArrowheads="1"/>
          </p:cNvSpPr>
          <p:nvPr/>
        </p:nvSpPr>
        <p:spPr bwMode="auto">
          <a:xfrm>
            <a:off x="6115050" y="4395788"/>
            <a:ext cx="3638550" cy="1644650"/>
          </a:xfrm>
          <a:prstGeom prst="ellipse">
            <a:avLst/>
          </a:prstGeom>
          <a:gradFill rotWithShape="0">
            <a:gsLst>
              <a:gs pos="0">
                <a:srgbClr val="A2FFA3"/>
              </a:gs>
              <a:gs pos="100000">
                <a:srgbClr val="BEFFBE"/>
              </a:gs>
            </a:gsLst>
            <a:lin ang="5400000" scaled="1"/>
          </a:gradFill>
          <a:ln>
            <a:noFill/>
          </a:ln>
          <a:effectLst>
            <a:outerShdw dist="89803" dir="2700000" algn="ctr" rotWithShape="0">
              <a:srgbClr val="414141"/>
            </a:outerShdw>
          </a:effectLst>
          <a:extLst>
            <a:ext uri="{91240B29-F687-4F45-9708-019B960494DF}">
              <a14:hiddenLine xmlns:a14="http://schemas.microsoft.com/office/drawing/2010/main" w="12700">
                <a:solidFill>
                  <a:srgbClr val="000000"/>
                </a:solidFill>
                <a:round/>
                <a:headEnd/>
                <a:tailEnd/>
              </a14:hiddenLine>
            </a:ext>
          </a:extLst>
        </p:spPr>
        <p:txBody>
          <a:bodyPr wrap="none" lIns="123825" tIns="61912" rIns="123825" bIns="61912"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lnSpc>
                <a:spcPct val="90000"/>
              </a:lnSpc>
            </a:pPr>
            <a:r>
              <a:rPr lang="en-US" altLang="en-US" sz="3600" b="1">
                <a:solidFill>
                  <a:srgbClr val="000000"/>
                </a:solidFill>
                <a:latin typeface="Arial" panose="020B0604020202020204" pitchFamily="34" charset="0"/>
              </a:rPr>
              <a:t>Intermediaries</a:t>
            </a:r>
          </a:p>
        </p:txBody>
      </p:sp>
      <p:sp>
        <p:nvSpPr>
          <p:cNvPr id="20504" name="Oval 24"/>
          <p:cNvSpPr>
            <a:spLocks noChangeArrowheads="1"/>
          </p:cNvSpPr>
          <p:nvPr/>
        </p:nvSpPr>
        <p:spPr bwMode="auto">
          <a:xfrm>
            <a:off x="2362200" y="2652713"/>
            <a:ext cx="4724400" cy="2605087"/>
          </a:xfrm>
          <a:prstGeom prst="ellipse">
            <a:avLst/>
          </a:prstGeom>
          <a:gradFill rotWithShape="0">
            <a:gsLst>
              <a:gs pos="0">
                <a:srgbClr val="FEFF72"/>
              </a:gs>
              <a:gs pos="100000">
                <a:srgbClr val="FEFFB8"/>
              </a:gs>
            </a:gsLst>
            <a:lin ang="5400000" scaled="1"/>
          </a:gradFill>
          <a:ln>
            <a:noFill/>
          </a:ln>
          <a:effectLst>
            <a:outerShdw dist="89803" dir="2700000" algn="ctr" rotWithShape="0">
              <a:srgbClr val="414141"/>
            </a:outerShdw>
          </a:effectLst>
          <a:extLst>
            <a:ext uri="{91240B29-F687-4F45-9708-019B960494DF}">
              <a14:hiddenLine xmlns:a14="http://schemas.microsoft.com/office/drawing/2010/main" w="12700">
                <a:solidFill>
                  <a:srgbClr val="000000"/>
                </a:solidFill>
                <a:round/>
                <a:headEnd/>
                <a:tailEnd/>
              </a14:hiddenLine>
            </a:ext>
          </a:extLst>
        </p:spPr>
        <p:txBody>
          <a:bodyPr wrap="none" lIns="155575" tIns="77788" rIns="155575" bIns="77788" anchor="ctr"/>
          <a:lstStyle>
            <a:lvl1pPr defTabSz="1544638">
              <a:defRPr>
                <a:solidFill>
                  <a:schemeClr val="tx1"/>
                </a:solidFill>
                <a:latin typeface="Calibri" panose="020F0502020204030204" pitchFamily="34" charset="0"/>
              </a:defRPr>
            </a:lvl1pPr>
            <a:lvl2pPr marL="742950" indent="-285750" defTabSz="1544638">
              <a:defRPr>
                <a:solidFill>
                  <a:schemeClr val="tx1"/>
                </a:solidFill>
                <a:latin typeface="Calibri" panose="020F0502020204030204" pitchFamily="34" charset="0"/>
              </a:defRPr>
            </a:lvl2pPr>
            <a:lvl3pPr marL="1143000" indent="-228600" defTabSz="1544638">
              <a:defRPr>
                <a:solidFill>
                  <a:schemeClr val="tx1"/>
                </a:solidFill>
                <a:latin typeface="Calibri" panose="020F0502020204030204" pitchFamily="34" charset="0"/>
              </a:defRPr>
            </a:lvl3pPr>
            <a:lvl4pPr marL="1600200" indent="-228600" defTabSz="1544638">
              <a:defRPr>
                <a:solidFill>
                  <a:schemeClr val="tx1"/>
                </a:solidFill>
                <a:latin typeface="Calibri" panose="020F0502020204030204" pitchFamily="34" charset="0"/>
              </a:defRPr>
            </a:lvl4pPr>
            <a:lvl5pPr marL="2057400" indent="-228600" defTabSz="1544638">
              <a:defRPr>
                <a:solidFill>
                  <a:schemeClr val="tx1"/>
                </a:solidFill>
                <a:latin typeface="Calibri" panose="020F0502020204030204" pitchFamily="34" charset="0"/>
              </a:defRPr>
            </a:lvl5pPr>
            <a:lvl6pPr marL="2514600" indent="-228600" defTabSz="1544638" eaLnBrk="0" fontAlgn="base" hangingPunct="0">
              <a:spcBef>
                <a:spcPct val="0"/>
              </a:spcBef>
              <a:spcAft>
                <a:spcPct val="0"/>
              </a:spcAft>
              <a:defRPr>
                <a:solidFill>
                  <a:schemeClr val="tx1"/>
                </a:solidFill>
                <a:latin typeface="Calibri" panose="020F0502020204030204" pitchFamily="34" charset="0"/>
              </a:defRPr>
            </a:lvl6pPr>
            <a:lvl7pPr marL="2971800" indent="-228600" defTabSz="1544638" eaLnBrk="0" fontAlgn="base" hangingPunct="0">
              <a:spcBef>
                <a:spcPct val="0"/>
              </a:spcBef>
              <a:spcAft>
                <a:spcPct val="0"/>
              </a:spcAft>
              <a:defRPr>
                <a:solidFill>
                  <a:schemeClr val="tx1"/>
                </a:solidFill>
                <a:latin typeface="Calibri" panose="020F0502020204030204" pitchFamily="34" charset="0"/>
              </a:defRPr>
            </a:lvl7pPr>
            <a:lvl8pPr marL="3429000" indent="-228600" defTabSz="1544638" eaLnBrk="0" fontAlgn="base" hangingPunct="0">
              <a:spcBef>
                <a:spcPct val="0"/>
              </a:spcBef>
              <a:spcAft>
                <a:spcPct val="0"/>
              </a:spcAft>
              <a:defRPr>
                <a:solidFill>
                  <a:schemeClr val="tx1"/>
                </a:solidFill>
                <a:latin typeface="Calibri" panose="020F0502020204030204" pitchFamily="34" charset="0"/>
              </a:defRPr>
            </a:lvl8pPr>
            <a:lvl9pPr marL="3886200" indent="-228600" defTabSz="1544638"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endParaRPr lang="en-US" altLang="en-US" b="1">
              <a:solidFill>
                <a:srgbClr val="000000"/>
              </a:solidFill>
              <a:latin typeface="Arial" panose="020B0604020202020204" pitchFamily="34" charset="0"/>
            </a:endParaRPr>
          </a:p>
          <a:p>
            <a:pPr algn="ctr" eaLnBrk="1" hangingPunct="1"/>
            <a:r>
              <a:rPr lang="en-US" altLang="en-US" sz="2800" b="1">
                <a:solidFill>
                  <a:srgbClr val="000000"/>
                </a:solidFill>
                <a:latin typeface="Arial" panose="020B0604020202020204" pitchFamily="34" charset="0"/>
              </a:rPr>
              <a:t>Forces Affecting a </a:t>
            </a:r>
          </a:p>
          <a:p>
            <a:pPr algn="ctr" eaLnBrk="1" hangingPunct="1"/>
            <a:r>
              <a:rPr lang="en-US" altLang="en-US" sz="2800" b="1">
                <a:solidFill>
                  <a:srgbClr val="000000"/>
                </a:solidFill>
                <a:latin typeface="Arial" panose="020B0604020202020204" pitchFamily="34" charset="0"/>
              </a:rPr>
              <a:t>Company’s Ability to </a:t>
            </a:r>
          </a:p>
          <a:p>
            <a:pPr algn="ctr" eaLnBrk="1" hangingPunct="1"/>
            <a:r>
              <a:rPr lang="en-US" altLang="en-US" sz="2800" b="1">
                <a:solidFill>
                  <a:srgbClr val="000000"/>
                </a:solidFill>
                <a:latin typeface="Arial" panose="020B0604020202020204" pitchFamily="34" charset="0"/>
              </a:rPr>
              <a:t>Serve</a:t>
            </a:r>
          </a:p>
          <a:p>
            <a:pPr algn="ctr" eaLnBrk="1" hangingPunct="1"/>
            <a:r>
              <a:rPr lang="en-US" altLang="en-US" sz="2800" b="1">
                <a:solidFill>
                  <a:srgbClr val="000000"/>
                </a:solidFill>
                <a:latin typeface="Arial" panose="020B0604020202020204" pitchFamily="34" charset="0"/>
              </a:rPr>
              <a:t>Customers</a:t>
            </a:r>
          </a:p>
          <a:p>
            <a:pPr algn="ctr" eaLnBrk="1" hangingPunct="1"/>
            <a:endParaRPr lang="en-US" altLang="en-US" sz="2800" b="1">
              <a:solidFill>
                <a:srgbClr val="000000"/>
              </a:solidFill>
              <a:latin typeface="Arial" panose="020B0604020202020204" pitchFamily="34" charset="0"/>
            </a:endParaRPr>
          </a:p>
        </p:txBody>
      </p:sp>
    </p:spTree>
  </p:cSld>
  <p:clrMapOvr>
    <a:overrideClrMapping bg1="dk2" tx1="lt1" bg2="dk1" tx2="lt2" accent1="accent1" accent2="accent2" accent3="accent3" accent4="accent4" accent5="accent5" accent6="accent6" hlink="hlink" folHlink="folHlink"/>
  </p:clrMapOvr>
  <p:transition spd="slow">
    <p:random/>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p:cNvSpPr>
            <a:spLocks noGrp="1" noChangeArrowheads="1"/>
          </p:cNvSpPr>
          <p:nvPr>
            <p:ph type="title"/>
          </p:nvPr>
        </p:nvSpPr>
        <p:spPr/>
        <p:txBody>
          <a:bodyPr/>
          <a:lstStyle/>
          <a:p>
            <a:pPr eaLnBrk="1" hangingPunct="1"/>
            <a:r>
              <a:rPr lang="en-US" altLang="en-US" b="1" smtClean="0"/>
              <a:t>1. Company’s Internal Environment</a:t>
            </a:r>
            <a:endParaRPr lang="en-US" altLang="en-US" smtClean="0"/>
          </a:p>
        </p:txBody>
      </p:sp>
      <p:sp>
        <p:nvSpPr>
          <p:cNvPr id="3" name="Content Placeholder 2"/>
          <p:cNvSpPr>
            <a:spLocks noGrp="1"/>
          </p:cNvSpPr>
          <p:nvPr>
            <p:ph idx="1"/>
          </p:nvPr>
        </p:nvSpPr>
        <p:spPr/>
        <p:txBody>
          <a:bodyPr rtlCol="0">
            <a:normAutofit/>
          </a:bodyPr>
          <a:lstStyle/>
          <a:p>
            <a:pPr marL="0" indent="0" defTabSz="1005840" eaLnBrk="1" fontAlgn="auto" hangingPunct="1">
              <a:spcAft>
                <a:spcPts val="0"/>
              </a:spcAft>
              <a:buClr>
                <a:srgbClr val="FAFD00"/>
              </a:buClr>
              <a:buFont typeface="Arial" panose="020B0604020202020204" pitchFamily="34" charset="0"/>
              <a:buNone/>
              <a:defRPr/>
            </a:pPr>
            <a:r>
              <a:rPr lang="en-US" sz="2800" dirty="0"/>
              <a:t>Functional areas of a company such as top management, finance, research and development, purchasing and operations.</a:t>
            </a:r>
          </a:p>
          <a:p>
            <a:pPr marL="0" indent="0" defTabSz="1005840" eaLnBrk="1" fontAlgn="auto" hangingPunct="1">
              <a:spcAft>
                <a:spcPts val="0"/>
              </a:spcAft>
              <a:buClr>
                <a:srgbClr val="FAFD00"/>
              </a:buClr>
              <a:buFont typeface="Arial" panose="020B0604020202020204" pitchFamily="34" charset="0"/>
              <a:buNone/>
              <a:defRPr/>
            </a:pPr>
            <a:r>
              <a:rPr lang="en-US" sz="2800" dirty="0"/>
              <a:t>1. Top management set vision, mission and company objectives. Marketing mangers make decisions within the strategies made by top management</a:t>
            </a:r>
          </a:p>
          <a:p>
            <a:pPr marL="0" indent="0" defTabSz="1005840" eaLnBrk="1" fontAlgn="auto" hangingPunct="1">
              <a:spcAft>
                <a:spcPts val="0"/>
              </a:spcAft>
              <a:buClr>
                <a:srgbClr val="FAFD00"/>
              </a:buClr>
              <a:buFont typeface="Arial" panose="020B0604020202020204" pitchFamily="34" charset="0"/>
              <a:buNone/>
              <a:defRPr/>
            </a:pPr>
            <a:r>
              <a:rPr lang="en-US" sz="2800" dirty="0"/>
              <a:t>2. All departments and employees should work in harmony to provide customer value and relationship </a:t>
            </a:r>
          </a:p>
          <a:p>
            <a:pPr eaLnBrk="1" hangingPunct="1">
              <a:defRPr/>
            </a:pP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p:cNvSpPr>
            <a:spLocks noGrp="1" noChangeArrowheads="1"/>
          </p:cNvSpPr>
          <p:nvPr>
            <p:ph type="title"/>
          </p:nvPr>
        </p:nvSpPr>
        <p:spPr/>
        <p:txBody>
          <a:bodyPr/>
          <a:lstStyle/>
          <a:p>
            <a:pPr eaLnBrk="1" hangingPunct="1"/>
            <a:r>
              <a:rPr lang="en-US" altLang="en-US" b="1" smtClean="0"/>
              <a:t>2. Suppliers</a:t>
            </a:r>
            <a:endParaRPr lang="en-US" altLang="en-US" smtClean="0"/>
          </a:p>
        </p:txBody>
      </p:sp>
      <p:sp>
        <p:nvSpPr>
          <p:cNvPr id="23554" name="Content Placeholder 2"/>
          <p:cNvSpPr>
            <a:spLocks noGrp="1" noChangeArrowheads="1"/>
          </p:cNvSpPr>
          <p:nvPr>
            <p:ph idx="1"/>
          </p:nvPr>
        </p:nvSpPr>
        <p:spPr/>
        <p:txBody>
          <a:bodyPr/>
          <a:lstStyle/>
          <a:p>
            <a:pPr marL="0" indent="0" eaLnBrk="1" hangingPunct="1">
              <a:buClr>
                <a:srgbClr val="FAFD00"/>
              </a:buClr>
              <a:buFont typeface="Arial" panose="020B0604020202020204" pitchFamily="34" charset="0"/>
              <a:buNone/>
            </a:pPr>
            <a:r>
              <a:rPr lang="en-US" altLang="en-US" sz="2800" smtClean="0"/>
              <a:t>Suppliers provide the resources needed to produce goods and services.</a:t>
            </a:r>
          </a:p>
          <a:p>
            <a:pPr marL="0" indent="0" eaLnBrk="1" hangingPunct="1">
              <a:buClr>
                <a:srgbClr val="FAFD00"/>
              </a:buClr>
              <a:buFont typeface="Arial" panose="020B0604020202020204" pitchFamily="34" charset="0"/>
              <a:buNone/>
            </a:pPr>
            <a:r>
              <a:rPr lang="en-US" altLang="en-US" sz="2800" smtClean="0"/>
              <a:t>1. Marketers should monitor supply availability and cost</a:t>
            </a:r>
          </a:p>
          <a:p>
            <a:pPr marL="0" indent="0" eaLnBrk="1" hangingPunct="1">
              <a:buClr>
                <a:srgbClr val="FAFD00"/>
              </a:buClr>
              <a:buFont typeface="Arial" panose="020B0604020202020204" pitchFamily="34" charset="0"/>
              <a:buNone/>
            </a:pPr>
            <a:r>
              <a:rPr lang="en-US" altLang="en-US" sz="2800" smtClean="0"/>
              <a:t>2. Marketers should treat suppliers as partners</a:t>
            </a:r>
          </a:p>
          <a:p>
            <a:pPr marL="0" indent="0" eaLnBrk="1" hangingPunct="1">
              <a:buClr>
                <a:srgbClr val="FAFD00"/>
              </a:buClr>
              <a:buFont typeface="Arial" panose="020B0604020202020204" pitchFamily="34" charset="0"/>
              <a:buNone/>
            </a:pPr>
            <a:endParaRPr lang="en-US" altLang="en-US" smtClean="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Title 1"/>
          <p:cNvSpPr>
            <a:spLocks noGrp="1" noChangeArrowheads="1"/>
          </p:cNvSpPr>
          <p:nvPr>
            <p:ph type="title"/>
          </p:nvPr>
        </p:nvSpPr>
        <p:spPr/>
        <p:txBody>
          <a:bodyPr/>
          <a:lstStyle/>
          <a:p>
            <a:pPr eaLnBrk="1" hangingPunct="1"/>
            <a:r>
              <a:rPr lang="en-US" altLang="en-US" b="1" smtClean="0"/>
              <a:t>Marketing Intermediaries</a:t>
            </a:r>
            <a:endParaRPr lang="en-US" altLang="en-US" smtClean="0"/>
          </a:p>
        </p:txBody>
      </p:sp>
      <p:sp>
        <p:nvSpPr>
          <p:cNvPr id="3" name="Content Placeholder 2"/>
          <p:cNvSpPr>
            <a:spLocks noGrp="1"/>
          </p:cNvSpPr>
          <p:nvPr>
            <p:ph idx="1"/>
          </p:nvPr>
        </p:nvSpPr>
        <p:spPr/>
        <p:txBody>
          <a:bodyPr rtlCol="0">
            <a:normAutofit/>
          </a:bodyPr>
          <a:lstStyle/>
          <a:p>
            <a:pPr marL="0" indent="0" defTabSz="1005840" eaLnBrk="1" fontAlgn="auto" hangingPunct="1">
              <a:spcAft>
                <a:spcPts val="0"/>
              </a:spcAft>
              <a:buClr>
                <a:srgbClr val="FAFD00"/>
              </a:buClr>
              <a:buFont typeface="Arial" panose="020B0604020202020204" pitchFamily="34" charset="0"/>
              <a:buNone/>
              <a:defRPr/>
            </a:pPr>
            <a:r>
              <a:rPr lang="en-US" sz="3200" dirty="0"/>
              <a:t>Marketing Intermediaries help the company to promote, sell, and distribute its goods to final buyers.</a:t>
            </a:r>
          </a:p>
          <a:p>
            <a:pPr marL="251460" indent="-251460" defTabSz="1005840" eaLnBrk="1" fontAlgn="auto" hangingPunct="1">
              <a:spcAft>
                <a:spcPts val="0"/>
              </a:spcAft>
              <a:buClr>
                <a:srgbClr val="FAFD00"/>
              </a:buClr>
              <a:defRPr/>
            </a:pPr>
            <a:r>
              <a:rPr lang="en-US" sz="3200" dirty="0"/>
              <a:t>Marketers should consider them as partners to deliver value to the customer</a:t>
            </a:r>
          </a:p>
          <a:p>
            <a:pPr marL="251460" indent="-251460" defTabSz="1005840" eaLnBrk="1" fontAlgn="auto" hangingPunct="1">
              <a:spcAft>
                <a:spcPts val="0"/>
              </a:spcAft>
              <a:buClr>
                <a:srgbClr val="FAFD00"/>
              </a:buClr>
              <a:defRPr/>
            </a:pPr>
            <a:r>
              <a:rPr lang="en-US" sz="3200" dirty="0"/>
              <a:t>For example metro, Al-</a:t>
            </a:r>
            <a:r>
              <a:rPr lang="en-US" sz="3200" dirty="0" err="1"/>
              <a:t>fateh</a:t>
            </a:r>
            <a:r>
              <a:rPr lang="en-US" sz="3200" dirty="0"/>
              <a:t> </a:t>
            </a:r>
            <a:r>
              <a:rPr lang="en-US" sz="3200" dirty="0" err="1"/>
              <a:t>etc</a:t>
            </a:r>
            <a:endParaRPr lang="en-US" sz="3200" dirty="0"/>
          </a:p>
          <a:p>
            <a:pPr marL="251460" indent="-251460" defTabSz="1005840" eaLnBrk="1" fontAlgn="auto" hangingPunct="1">
              <a:spcAft>
                <a:spcPts val="0"/>
              </a:spcAft>
              <a:buClr>
                <a:srgbClr val="FAFD00"/>
              </a:buClr>
              <a:defRPr/>
            </a:pPr>
            <a:r>
              <a:rPr lang="en-US" sz="3200" dirty="0"/>
              <a:t>Coca-Cola and MacDonald </a:t>
            </a:r>
          </a:p>
          <a:p>
            <a:pPr eaLnBrk="1" hangingPunct="1">
              <a:defRPr/>
            </a:pP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Title 1"/>
          <p:cNvSpPr>
            <a:spLocks noGrp="1" noChangeArrowheads="1"/>
          </p:cNvSpPr>
          <p:nvPr>
            <p:ph type="title"/>
          </p:nvPr>
        </p:nvSpPr>
        <p:spPr/>
        <p:txBody>
          <a:bodyPr/>
          <a:lstStyle/>
          <a:p>
            <a:pPr eaLnBrk="1" hangingPunct="1"/>
            <a:r>
              <a:rPr lang="en-US" altLang="en-US" b="1" smtClean="0"/>
              <a:t>4. Competitors</a:t>
            </a:r>
            <a:endParaRPr lang="en-US" altLang="en-US" smtClean="0"/>
          </a:p>
        </p:txBody>
      </p:sp>
      <p:sp>
        <p:nvSpPr>
          <p:cNvPr id="3" name="Content Placeholder 2"/>
          <p:cNvSpPr>
            <a:spLocks noGrp="1"/>
          </p:cNvSpPr>
          <p:nvPr>
            <p:ph idx="1"/>
          </p:nvPr>
        </p:nvSpPr>
        <p:spPr/>
        <p:txBody>
          <a:bodyPr rtlCol="0">
            <a:normAutofit/>
          </a:bodyPr>
          <a:lstStyle/>
          <a:p>
            <a:pPr marL="0" indent="0" defTabSz="1005840" eaLnBrk="1" fontAlgn="auto" hangingPunct="1">
              <a:spcAft>
                <a:spcPts val="0"/>
              </a:spcAft>
              <a:buClr>
                <a:srgbClr val="FAFD00"/>
              </a:buClr>
              <a:buFont typeface="Arial" panose="020B0604020202020204" pitchFamily="34" charset="0"/>
              <a:buNone/>
              <a:defRPr/>
            </a:pPr>
            <a:r>
              <a:rPr lang="en-US" sz="2800" dirty="0"/>
              <a:t>Competitors are those who serve a target market with similar products and services. </a:t>
            </a:r>
          </a:p>
          <a:p>
            <a:pPr marL="0" indent="0" defTabSz="1005840" eaLnBrk="1" fontAlgn="auto" hangingPunct="1">
              <a:spcAft>
                <a:spcPts val="0"/>
              </a:spcAft>
              <a:buClr>
                <a:srgbClr val="FAFD00"/>
              </a:buClr>
              <a:buFont typeface="Arial" panose="020B0604020202020204" pitchFamily="34" charset="0"/>
              <a:buNone/>
              <a:defRPr/>
            </a:pPr>
            <a:r>
              <a:rPr lang="en-US" sz="2800" dirty="0"/>
              <a:t>1. No single marketing strategy is best for all companies.</a:t>
            </a:r>
          </a:p>
          <a:p>
            <a:pPr marL="0" indent="0" defTabSz="1005840" eaLnBrk="1" fontAlgn="auto" hangingPunct="1">
              <a:spcAft>
                <a:spcPts val="0"/>
              </a:spcAft>
              <a:buClr>
                <a:srgbClr val="FAFD00"/>
              </a:buClr>
              <a:buFont typeface="Arial" panose="020B0604020202020204" pitchFamily="34" charset="0"/>
              <a:buNone/>
              <a:defRPr/>
            </a:pPr>
            <a:r>
              <a:rPr lang="en-US" sz="2800" dirty="0"/>
              <a:t>2. Get competitive advantage through unique positioning. </a:t>
            </a:r>
          </a:p>
          <a:p>
            <a:pPr eaLnBrk="1" hangingPunct="1">
              <a:defRPr/>
            </a:pP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Title 1"/>
          <p:cNvSpPr>
            <a:spLocks noGrp="1" noChangeArrowheads="1"/>
          </p:cNvSpPr>
          <p:nvPr>
            <p:ph type="title"/>
          </p:nvPr>
        </p:nvSpPr>
        <p:spPr>
          <a:xfrm>
            <a:off x="692150" y="414338"/>
            <a:ext cx="8674100" cy="957262"/>
          </a:xfrm>
        </p:spPr>
        <p:txBody>
          <a:bodyPr/>
          <a:lstStyle/>
          <a:p>
            <a:pPr eaLnBrk="1" hangingPunct="1"/>
            <a:r>
              <a:rPr lang="en-US" altLang="en-US" b="1" smtClean="0"/>
              <a:t>5. Publics</a:t>
            </a:r>
            <a:endParaRPr lang="en-US" altLang="en-US" smtClean="0"/>
          </a:p>
        </p:txBody>
      </p:sp>
      <p:sp>
        <p:nvSpPr>
          <p:cNvPr id="3" name="Content Placeholder 2"/>
          <p:cNvSpPr>
            <a:spLocks noGrp="1"/>
          </p:cNvSpPr>
          <p:nvPr>
            <p:ph idx="1"/>
          </p:nvPr>
        </p:nvSpPr>
        <p:spPr>
          <a:xfrm>
            <a:off x="0" y="1371600"/>
            <a:ext cx="10058400" cy="6400800"/>
          </a:xfrm>
        </p:spPr>
        <p:txBody>
          <a:bodyPr rtlCol="0">
            <a:normAutofit fontScale="77500" lnSpcReduction="20000"/>
          </a:bodyPr>
          <a:lstStyle/>
          <a:p>
            <a:pPr marL="0" indent="0" defTabSz="1005840" eaLnBrk="1" fontAlgn="auto" hangingPunct="1">
              <a:spcAft>
                <a:spcPts val="0"/>
              </a:spcAft>
              <a:buClr>
                <a:srgbClr val="FAFD00"/>
              </a:buClr>
              <a:buFont typeface="Arial" panose="020B0604020202020204" pitchFamily="34" charset="0"/>
              <a:buNone/>
              <a:defRPr/>
            </a:pPr>
            <a:r>
              <a:rPr lang="en-US" sz="2800" b="1" dirty="0"/>
              <a:t>A</a:t>
            </a:r>
            <a:r>
              <a:rPr lang="en-US" sz="2800" dirty="0"/>
              <a:t>ny group that perceives itself having an interest in a company’s ability to achieve its objectives.</a:t>
            </a:r>
          </a:p>
          <a:p>
            <a:pPr marL="0" indent="0" defTabSz="1005840" eaLnBrk="1" fontAlgn="auto" hangingPunct="1">
              <a:spcAft>
                <a:spcPts val="0"/>
              </a:spcAft>
              <a:buClr>
                <a:srgbClr val="FAFD00"/>
              </a:buClr>
              <a:buFont typeface="Arial" panose="020B0604020202020204" pitchFamily="34" charset="0"/>
              <a:buNone/>
              <a:defRPr/>
            </a:pPr>
            <a:r>
              <a:rPr lang="en-US" sz="2800" dirty="0"/>
              <a:t>1. Financial Publics </a:t>
            </a:r>
          </a:p>
          <a:p>
            <a:pPr marL="0" indent="0" defTabSz="1005840" eaLnBrk="1" fontAlgn="auto" hangingPunct="1">
              <a:spcAft>
                <a:spcPts val="0"/>
              </a:spcAft>
              <a:buClr>
                <a:srgbClr val="FAFD00"/>
              </a:buClr>
              <a:buFont typeface="Arial" panose="020B0604020202020204" pitchFamily="34" charset="0"/>
              <a:buNone/>
              <a:defRPr/>
            </a:pPr>
            <a:r>
              <a:rPr lang="en-US" sz="2400" dirty="0"/>
              <a:t>	This group influences companies ability to obtain funds</a:t>
            </a:r>
          </a:p>
          <a:p>
            <a:pPr marL="0" indent="0" defTabSz="1005840" eaLnBrk="1" fontAlgn="auto" hangingPunct="1">
              <a:spcAft>
                <a:spcPts val="0"/>
              </a:spcAft>
              <a:buClr>
                <a:srgbClr val="FAFD00"/>
              </a:buClr>
              <a:buFont typeface="Arial" panose="020B0604020202020204" pitchFamily="34" charset="0"/>
              <a:buNone/>
              <a:defRPr/>
            </a:pPr>
            <a:r>
              <a:rPr lang="en-US" sz="2800" dirty="0"/>
              <a:t>2. Media Publics </a:t>
            </a:r>
          </a:p>
          <a:p>
            <a:pPr marL="503238" lvl="1" indent="0" defTabSz="1005840" eaLnBrk="1" fontAlgn="auto" hangingPunct="1">
              <a:spcAft>
                <a:spcPts val="0"/>
              </a:spcAft>
              <a:buClr>
                <a:srgbClr val="FAFD00"/>
              </a:buClr>
              <a:buFont typeface="Arial" panose="020B0604020202020204" pitchFamily="34" charset="0"/>
              <a:buNone/>
              <a:defRPr/>
            </a:pPr>
            <a:r>
              <a:rPr lang="en-US" sz="2400" dirty="0"/>
              <a:t>This group carries news, features, and editorial opinion. It includes newspaper, magazines, and radio and television stations.</a:t>
            </a:r>
          </a:p>
          <a:p>
            <a:pPr marL="0" indent="0" defTabSz="1005840" eaLnBrk="1" fontAlgn="auto" hangingPunct="1">
              <a:spcAft>
                <a:spcPts val="0"/>
              </a:spcAft>
              <a:buClr>
                <a:srgbClr val="FAFD00"/>
              </a:buClr>
              <a:buFont typeface="Arial" panose="020B0604020202020204" pitchFamily="34" charset="0"/>
              <a:buNone/>
              <a:defRPr/>
            </a:pPr>
            <a:r>
              <a:rPr lang="en-US" sz="2800" dirty="0"/>
              <a:t>3. Government Publics </a:t>
            </a:r>
          </a:p>
          <a:p>
            <a:pPr marL="503238" lvl="1" indent="0" defTabSz="1005840" eaLnBrk="1" fontAlgn="auto" hangingPunct="1">
              <a:spcAft>
                <a:spcPts val="0"/>
              </a:spcAft>
              <a:buClr>
                <a:srgbClr val="FAFD00"/>
              </a:buClr>
              <a:buFont typeface="Arial" panose="020B0604020202020204" pitchFamily="34" charset="0"/>
              <a:buNone/>
              <a:defRPr/>
            </a:pPr>
            <a:r>
              <a:rPr lang="en-US" sz="2400" dirty="0"/>
              <a:t>Management must take government developments into account. Mobilink’s advertisement promoting tourism in Pakistan. Product safety, truth in advertisement.</a:t>
            </a:r>
          </a:p>
          <a:p>
            <a:pPr marL="0" indent="0" defTabSz="1005840" eaLnBrk="1" fontAlgn="auto" hangingPunct="1">
              <a:spcAft>
                <a:spcPts val="0"/>
              </a:spcAft>
              <a:buClr>
                <a:srgbClr val="FAFD00"/>
              </a:buClr>
              <a:buFont typeface="Arial" panose="020B0604020202020204" pitchFamily="34" charset="0"/>
              <a:buNone/>
              <a:defRPr/>
            </a:pPr>
            <a:r>
              <a:rPr lang="en-US" sz="2800" dirty="0"/>
              <a:t>4. Citizen-action Public </a:t>
            </a:r>
          </a:p>
          <a:p>
            <a:pPr marL="503238" lvl="1" indent="0" defTabSz="1005840" eaLnBrk="1" fontAlgn="auto" hangingPunct="1">
              <a:spcAft>
                <a:spcPts val="0"/>
              </a:spcAft>
              <a:buClr>
                <a:srgbClr val="FAFD00"/>
              </a:buClr>
              <a:buFont typeface="Arial" panose="020B0604020202020204" pitchFamily="34" charset="0"/>
              <a:buNone/>
              <a:defRPr/>
            </a:pPr>
            <a:r>
              <a:rPr lang="en-US" sz="2200" dirty="0"/>
              <a:t>A company’s marketing decisions may be questioned by environmental groups and minority groups</a:t>
            </a:r>
          </a:p>
          <a:p>
            <a:pPr marL="0" indent="0" defTabSz="1005840" eaLnBrk="1" fontAlgn="auto" hangingPunct="1">
              <a:spcAft>
                <a:spcPts val="0"/>
              </a:spcAft>
              <a:buClr>
                <a:srgbClr val="FAFD00"/>
              </a:buClr>
              <a:buFont typeface="Arial" panose="020B0604020202020204" pitchFamily="34" charset="0"/>
              <a:buNone/>
              <a:defRPr/>
            </a:pPr>
            <a:r>
              <a:rPr lang="en-US" sz="2800" dirty="0"/>
              <a:t>5. Local Publics </a:t>
            </a:r>
            <a:endParaRPr lang="en-US" sz="2200" dirty="0"/>
          </a:p>
          <a:p>
            <a:pPr marL="503238" lvl="1" indent="0" defTabSz="1005840" eaLnBrk="1" fontAlgn="auto" hangingPunct="1">
              <a:spcAft>
                <a:spcPts val="0"/>
              </a:spcAft>
              <a:buClr>
                <a:srgbClr val="FAFD00"/>
              </a:buClr>
              <a:buFont typeface="Arial" panose="020B0604020202020204" pitchFamily="34" charset="0"/>
              <a:buNone/>
              <a:defRPr/>
            </a:pPr>
            <a:r>
              <a:rPr lang="en-US" sz="2400" dirty="0"/>
              <a:t>This group includes neighborhood residents and community.  Large companies develop a relationship with community through a relation officer</a:t>
            </a:r>
          </a:p>
          <a:p>
            <a:pPr marL="0" indent="0" defTabSz="1005840" eaLnBrk="1" fontAlgn="auto" hangingPunct="1">
              <a:spcAft>
                <a:spcPts val="0"/>
              </a:spcAft>
              <a:buClr>
                <a:srgbClr val="FAFD00"/>
              </a:buClr>
              <a:buFont typeface="Arial" panose="020B0604020202020204" pitchFamily="34" charset="0"/>
              <a:buNone/>
              <a:defRPr/>
            </a:pPr>
            <a:r>
              <a:rPr lang="en-US" sz="2800" dirty="0"/>
              <a:t>6. General Publics </a:t>
            </a:r>
          </a:p>
          <a:p>
            <a:pPr marL="0" indent="0" defTabSz="1005840" eaLnBrk="1" fontAlgn="auto" hangingPunct="1">
              <a:spcAft>
                <a:spcPts val="0"/>
              </a:spcAft>
              <a:buClr>
                <a:srgbClr val="FAFD00"/>
              </a:buClr>
              <a:buFont typeface="Arial" panose="020B0604020202020204" pitchFamily="34" charset="0"/>
              <a:buNone/>
              <a:defRPr/>
            </a:pPr>
            <a:r>
              <a:rPr lang="en-US" sz="2200" dirty="0"/>
              <a:t>	</a:t>
            </a:r>
            <a:r>
              <a:rPr lang="en-US" sz="2600" dirty="0"/>
              <a:t>General public attitude towards it offerings</a:t>
            </a:r>
            <a:endParaRPr lang="en-US" sz="2800" dirty="0"/>
          </a:p>
          <a:p>
            <a:pPr marL="0" indent="0" defTabSz="1005840" eaLnBrk="1" fontAlgn="auto" hangingPunct="1">
              <a:spcAft>
                <a:spcPts val="0"/>
              </a:spcAft>
              <a:buClr>
                <a:srgbClr val="FAFD00"/>
              </a:buClr>
              <a:buFont typeface="Arial" panose="020B0604020202020204" pitchFamily="34" charset="0"/>
              <a:buNone/>
              <a:defRPr/>
            </a:pPr>
            <a:r>
              <a:rPr lang="en-US" sz="2800" dirty="0"/>
              <a:t>7. Internal Publics </a:t>
            </a:r>
          </a:p>
          <a:p>
            <a:pPr marL="503238" lvl="1" indent="0" defTabSz="1005840" eaLnBrk="1" fontAlgn="auto" hangingPunct="1">
              <a:spcAft>
                <a:spcPts val="0"/>
              </a:spcAft>
              <a:buClr>
                <a:srgbClr val="FAFD00"/>
              </a:buClr>
              <a:buFont typeface="Arial" panose="020B0604020202020204" pitchFamily="34" charset="0"/>
              <a:buNone/>
              <a:defRPr/>
            </a:pPr>
            <a:r>
              <a:rPr lang="en-US" sz="3000" dirty="0"/>
              <a:t>It includes workers, mangers, volunteers, board of directors. Large companies use newsletter and other means to motivate employees</a:t>
            </a:r>
          </a:p>
          <a:p>
            <a:pPr eaLnBrk="1" hangingPunct="1">
              <a:defRPr/>
            </a:pPr>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Title 1"/>
          <p:cNvSpPr>
            <a:spLocks noGrp="1" noChangeArrowheads="1"/>
          </p:cNvSpPr>
          <p:nvPr>
            <p:ph type="title"/>
          </p:nvPr>
        </p:nvSpPr>
        <p:spPr/>
        <p:txBody>
          <a:bodyPr/>
          <a:lstStyle/>
          <a:p>
            <a:pPr eaLnBrk="1" hangingPunct="1"/>
            <a:r>
              <a:rPr lang="en-US" altLang="en-US" b="1" smtClean="0"/>
              <a:t>Customers</a:t>
            </a:r>
            <a:endParaRPr lang="en-US" altLang="en-US" smtClean="0"/>
          </a:p>
        </p:txBody>
      </p:sp>
      <p:sp>
        <p:nvSpPr>
          <p:cNvPr id="27650" name="Content Placeholder 2"/>
          <p:cNvSpPr>
            <a:spLocks noGrp="1" noChangeArrowheads="1"/>
          </p:cNvSpPr>
          <p:nvPr>
            <p:ph idx="1"/>
          </p:nvPr>
        </p:nvSpPr>
        <p:spPr>
          <a:xfrm>
            <a:off x="692150" y="2057400"/>
            <a:ext cx="8674100" cy="4932363"/>
          </a:xfrm>
        </p:spPr>
        <p:txBody>
          <a:bodyPr/>
          <a:lstStyle/>
          <a:p>
            <a:pPr marL="0" indent="0" eaLnBrk="1" hangingPunct="1">
              <a:buClr>
                <a:srgbClr val="FAFD00"/>
              </a:buClr>
              <a:buFont typeface="Arial" panose="020B0604020202020204" pitchFamily="34" charset="0"/>
              <a:buNone/>
            </a:pPr>
            <a:r>
              <a:rPr lang="en-US" altLang="en-US" sz="3200" smtClean="0"/>
              <a:t>There are five types of markets that purchase a company’s goods and services.</a:t>
            </a:r>
          </a:p>
          <a:p>
            <a:pPr marL="0" indent="0" eaLnBrk="1" hangingPunct="1">
              <a:buClr>
                <a:srgbClr val="FAFD00"/>
              </a:buClr>
              <a:buFont typeface="Arial" panose="020B0604020202020204" pitchFamily="34" charset="0"/>
              <a:buNone/>
            </a:pPr>
            <a:r>
              <a:rPr lang="en-US" altLang="en-US" sz="3200" smtClean="0"/>
              <a:t>1. Consumer markets </a:t>
            </a:r>
            <a:r>
              <a:rPr lang="en-US" altLang="en-US" sz="2400" smtClean="0"/>
              <a:t>(personal use)</a:t>
            </a:r>
          </a:p>
          <a:p>
            <a:pPr marL="0" indent="0" eaLnBrk="1" hangingPunct="1">
              <a:buClr>
                <a:srgbClr val="FAFD00"/>
              </a:buClr>
              <a:buFont typeface="Arial" panose="020B0604020202020204" pitchFamily="34" charset="0"/>
              <a:buNone/>
            </a:pPr>
            <a:r>
              <a:rPr lang="en-US" altLang="en-US" sz="3200" smtClean="0"/>
              <a:t>2. Business Markets </a:t>
            </a:r>
            <a:r>
              <a:rPr lang="en-US" altLang="en-US" sz="2400" smtClean="0"/>
              <a:t>(buy for further processing)</a:t>
            </a:r>
          </a:p>
          <a:p>
            <a:pPr marL="0" indent="0" eaLnBrk="1" hangingPunct="1">
              <a:buClr>
                <a:srgbClr val="FAFD00"/>
              </a:buClr>
              <a:buFont typeface="Arial" panose="020B0604020202020204" pitchFamily="34" charset="0"/>
              <a:buNone/>
            </a:pPr>
            <a:r>
              <a:rPr lang="en-US" altLang="en-US" sz="3200" smtClean="0"/>
              <a:t>3. Reseller Markets </a:t>
            </a:r>
            <a:r>
              <a:rPr lang="en-US" altLang="en-US" sz="2400" smtClean="0"/>
              <a:t>(resell at profit)</a:t>
            </a:r>
            <a:endParaRPr lang="en-US" altLang="en-US" sz="3200" smtClean="0"/>
          </a:p>
          <a:p>
            <a:pPr marL="0" indent="0" eaLnBrk="1" hangingPunct="1">
              <a:buClr>
                <a:srgbClr val="FAFD00"/>
              </a:buClr>
              <a:buFont typeface="Arial" panose="020B0604020202020204" pitchFamily="34" charset="0"/>
              <a:buNone/>
            </a:pPr>
            <a:r>
              <a:rPr lang="en-US" altLang="en-US" sz="3200" smtClean="0"/>
              <a:t>4. Government Markets </a:t>
            </a:r>
            <a:r>
              <a:rPr lang="en-US" altLang="en-US" sz="2400" smtClean="0"/>
              <a:t>(buy for public or to transfer to others who need them)</a:t>
            </a:r>
            <a:endParaRPr lang="en-US" altLang="en-US" sz="2800" smtClean="0"/>
          </a:p>
          <a:p>
            <a:pPr marL="0" indent="0" eaLnBrk="1" hangingPunct="1">
              <a:buClr>
                <a:srgbClr val="FAFD00"/>
              </a:buClr>
              <a:buFont typeface="Arial" panose="020B0604020202020204" pitchFamily="34" charset="0"/>
              <a:buNone/>
            </a:pPr>
            <a:r>
              <a:rPr lang="en-US" altLang="en-US" sz="3200" smtClean="0"/>
              <a:t>5. International Markets </a:t>
            </a:r>
            <a:r>
              <a:rPr lang="en-US" altLang="en-US" sz="2400" smtClean="0"/>
              <a:t>(buyers in other countries including above four)</a:t>
            </a:r>
            <a:endParaRPr lang="en-US" altLang="en-US" smtClean="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0">
          <a:gsLst>
            <a:gs pos="0">
              <a:schemeClr val="bg1"/>
            </a:gs>
            <a:gs pos="100000">
              <a:srgbClr val="5C84FC"/>
            </a:gs>
          </a:gsLst>
          <a:lin ang="5400000" scaled="1"/>
        </a:gradFill>
        <a:effectLst/>
      </p:bgPr>
    </p:bg>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239713" y="-61913"/>
            <a:ext cx="6245225" cy="708026"/>
          </a:xfrm>
          <a:effectLst>
            <a:outerShdw dist="107763" dir="2700000" algn="ctr" rotWithShape="0">
              <a:schemeClr val="bg2"/>
            </a:outerShdw>
          </a:effectLst>
        </p:spPr>
        <p:txBody>
          <a:bodyPr/>
          <a:lstStyle/>
          <a:p>
            <a:pPr eaLnBrk="1" hangingPunct="1"/>
            <a:r>
              <a:rPr lang="en-US" altLang="en-US" sz="4400" smtClean="0"/>
              <a:t>The Macroenvironment</a:t>
            </a:r>
          </a:p>
        </p:txBody>
      </p:sp>
      <p:sp>
        <p:nvSpPr>
          <p:cNvPr id="28675" name="Line 3"/>
          <p:cNvSpPr>
            <a:spLocks noChangeShapeType="1"/>
          </p:cNvSpPr>
          <p:nvPr/>
        </p:nvSpPr>
        <p:spPr bwMode="auto">
          <a:xfrm flipH="1">
            <a:off x="1558925" y="2178050"/>
            <a:ext cx="2074863" cy="6746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en-US"/>
          </a:p>
        </p:txBody>
      </p:sp>
      <p:sp>
        <p:nvSpPr>
          <p:cNvPr id="28676" name="Line 4"/>
          <p:cNvSpPr>
            <a:spLocks noChangeShapeType="1"/>
          </p:cNvSpPr>
          <p:nvPr/>
        </p:nvSpPr>
        <p:spPr bwMode="auto">
          <a:xfrm>
            <a:off x="5842000" y="1981200"/>
            <a:ext cx="2212975" cy="758825"/>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en-US"/>
          </a:p>
        </p:txBody>
      </p:sp>
      <p:sp>
        <p:nvSpPr>
          <p:cNvPr id="28677" name="Line 5"/>
          <p:cNvSpPr>
            <a:spLocks noChangeShapeType="1"/>
          </p:cNvSpPr>
          <p:nvPr/>
        </p:nvSpPr>
        <p:spPr bwMode="auto">
          <a:xfrm>
            <a:off x="7867650" y="3587750"/>
            <a:ext cx="0" cy="9032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en-US"/>
          </a:p>
        </p:txBody>
      </p:sp>
      <p:sp>
        <p:nvSpPr>
          <p:cNvPr id="28678" name="Line 6"/>
          <p:cNvSpPr>
            <a:spLocks noChangeShapeType="1"/>
          </p:cNvSpPr>
          <p:nvPr/>
        </p:nvSpPr>
        <p:spPr bwMode="auto">
          <a:xfrm>
            <a:off x="2644775" y="4759325"/>
            <a:ext cx="415290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en-US"/>
          </a:p>
        </p:txBody>
      </p:sp>
      <p:sp>
        <p:nvSpPr>
          <p:cNvPr id="28679" name="Line 7"/>
          <p:cNvSpPr>
            <a:spLocks noChangeShapeType="1"/>
          </p:cNvSpPr>
          <p:nvPr/>
        </p:nvSpPr>
        <p:spPr bwMode="auto">
          <a:xfrm flipH="1">
            <a:off x="2622550" y="3184525"/>
            <a:ext cx="4117975" cy="156368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en-US"/>
          </a:p>
        </p:txBody>
      </p:sp>
      <p:sp>
        <p:nvSpPr>
          <p:cNvPr id="28680" name="Line 8"/>
          <p:cNvSpPr>
            <a:spLocks noChangeShapeType="1"/>
          </p:cNvSpPr>
          <p:nvPr/>
        </p:nvSpPr>
        <p:spPr bwMode="auto">
          <a:xfrm flipV="1">
            <a:off x="4741863" y="2365375"/>
            <a:ext cx="0" cy="32385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en-US"/>
          </a:p>
        </p:txBody>
      </p:sp>
      <p:sp>
        <p:nvSpPr>
          <p:cNvPr id="28681" name="Line 9"/>
          <p:cNvSpPr>
            <a:spLocks noChangeShapeType="1"/>
          </p:cNvSpPr>
          <p:nvPr/>
        </p:nvSpPr>
        <p:spPr bwMode="auto">
          <a:xfrm>
            <a:off x="2679700" y="3130550"/>
            <a:ext cx="408305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en-US"/>
          </a:p>
        </p:txBody>
      </p:sp>
      <p:sp>
        <p:nvSpPr>
          <p:cNvPr id="28682" name="Line 10"/>
          <p:cNvSpPr>
            <a:spLocks noChangeShapeType="1"/>
          </p:cNvSpPr>
          <p:nvPr/>
        </p:nvSpPr>
        <p:spPr bwMode="auto">
          <a:xfrm>
            <a:off x="2679700" y="3132138"/>
            <a:ext cx="4117975" cy="162083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en-US"/>
          </a:p>
        </p:txBody>
      </p:sp>
      <p:sp>
        <p:nvSpPr>
          <p:cNvPr id="28683" name="Line 11"/>
          <p:cNvSpPr>
            <a:spLocks noChangeShapeType="1"/>
          </p:cNvSpPr>
          <p:nvPr/>
        </p:nvSpPr>
        <p:spPr bwMode="auto">
          <a:xfrm>
            <a:off x="1606550" y="3683000"/>
            <a:ext cx="0" cy="892175"/>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en-US"/>
          </a:p>
        </p:txBody>
      </p:sp>
      <p:sp>
        <p:nvSpPr>
          <p:cNvPr id="28684" name="Line 12"/>
          <p:cNvSpPr>
            <a:spLocks noChangeShapeType="1"/>
          </p:cNvSpPr>
          <p:nvPr/>
        </p:nvSpPr>
        <p:spPr bwMode="auto">
          <a:xfrm flipH="1">
            <a:off x="2630488" y="2401888"/>
            <a:ext cx="2076450" cy="235743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en-US"/>
          </a:p>
        </p:txBody>
      </p:sp>
      <p:sp>
        <p:nvSpPr>
          <p:cNvPr id="28685" name="Line 13"/>
          <p:cNvSpPr>
            <a:spLocks noChangeShapeType="1"/>
          </p:cNvSpPr>
          <p:nvPr/>
        </p:nvSpPr>
        <p:spPr bwMode="auto">
          <a:xfrm>
            <a:off x="4764088" y="2390775"/>
            <a:ext cx="2019300" cy="236855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en-US"/>
          </a:p>
        </p:txBody>
      </p:sp>
      <p:sp>
        <p:nvSpPr>
          <p:cNvPr id="28686" name="Line 14"/>
          <p:cNvSpPr>
            <a:spLocks noChangeShapeType="1"/>
          </p:cNvSpPr>
          <p:nvPr/>
        </p:nvSpPr>
        <p:spPr bwMode="auto">
          <a:xfrm flipH="1" flipV="1">
            <a:off x="2671763" y="3160713"/>
            <a:ext cx="2046287" cy="22860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en-US"/>
          </a:p>
        </p:txBody>
      </p:sp>
      <p:sp>
        <p:nvSpPr>
          <p:cNvPr id="28687" name="Line 15"/>
          <p:cNvSpPr>
            <a:spLocks noChangeShapeType="1"/>
          </p:cNvSpPr>
          <p:nvPr/>
        </p:nvSpPr>
        <p:spPr bwMode="auto">
          <a:xfrm flipV="1">
            <a:off x="4732338" y="3173413"/>
            <a:ext cx="2006600" cy="2274887"/>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en-US"/>
          </a:p>
        </p:txBody>
      </p:sp>
      <p:sp>
        <p:nvSpPr>
          <p:cNvPr id="28688" name="Line 16"/>
          <p:cNvSpPr>
            <a:spLocks noChangeShapeType="1"/>
          </p:cNvSpPr>
          <p:nvPr/>
        </p:nvSpPr>
        <p:spPr bwMode="auto">
          <a:xfrm flipH="1" flipV="1">
            <a:off x="1398588" y="5089525"/>
            <a:ext cx="2074862" cy="931863"/>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en-US"/>
          </a:p>
        </p:txBody>
      </p:sp>
      <p:sp>
        <p:nvSpPr>
          <p:cNvPr id="28689" name="Line 17"/>
          <p:cNvSpPr>
            <a:spLocks noChangeShapeType="1"/>
          </p:cNvSpPr>
          <p:nvPr/>
        </p:nvSpPr>
        <p:spPr bwMode="auto">
          <a:xfrm flipV="1">
            <a:off x="5854700" y="5178425"/>
            <a:ext cx="2089150" cy="81915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en-US"/>
          </a:p>
        </p:txBody>
      </p:sp>
      <p:sp>
        <p:nvSpPr>
          <p:cNvPr id="28690" name="Oval 18"/>
          <p:cNvSpPr>
            <a:spLocks noChangeArrowheads="1"/>
          </p:cNvSpPr>
          <p:nvPr/>
        </p:nvSpPr>
        <p:spPr bwMode="auto">
          <a:xfrm>
            <a:off x="3155950" y="974725"/>
            <a:ext cx="3294063" cy="1643063"/>
          </a:xfrm>
          <a:prstGeom prst="ellipse">
            <a:avLst/>
          </a:prstGeom>
          <a:gradFill rotWithShape="0">
            <a:gsLst>
              <a:gs pos="0">
                <a:srgbClr val="C1CEFF"/>
              </a:gs>
              <a:gs pos="100000">
                <a:srgbClr val="DAE2FF"/>
              </a:gs>
            </a:gsLst>
            <a:lin ang="5400000" scaled="1"/>
          </a:gradFill>
          <a:ln>
            <a:noFill/>
          </a:ln>
          <a:effectLst>
            <a:outerShdw dist="89803" dir="2700000" algn="ctr" rotWithShape="0">
              <a:srgbClr val="414141"/>
            </a:outerShdw>
          </a:effectLst>
          <a:extLst>
            <a:ext uri="{91240B29-F687-4F45-9708-019B960494DF}">
              <a14:hiddenLine xmlns:a14="http://schemas.microsoft.com/office/drawing/2010/main" w="12700">
                <a:solidFill>
                  <a:srgbClr val="000000"/>
                </a:solidFill>
                <a:round/>
                <a:headEnd/>
                <a:tailEnd/>
              </a14:hiddenLine>
            </a:ext>
          </a:extLst>
        </p:spPr>
        <p:txBody>
          <a:bodyPr wrap="none" lIns="123825" tIns="61912" rIns="123825" bIns="61912" anchor="ctr"/>
          <a:lstStyle>
            <a:lvl1pPr defTabSz="1235075">
              <a:defRPr>
                <a:solidFill>
                  <a:schemeClr val="tx1"/>
                </a:solidFill>
                <a:latin typeface="Calibri" panose="020F0502020204030204" pitchFamily="34" charset="0"/>
              </a:defRPr>
            </a:lvl1pPr>
            <a:lvl2pPr marL="742950" indent="-285750" defTabSz="1235075">
              <a:defRPr>
                <a:solidFill>
                  <a:schemeClr val="tx1"/>
                </a:solidFill>
                <a:latin typeface="Calibri" panose="020F0502020204030204" pitchFamily="34" charset="0"/>
              </a:defRPr>
            </a:lvl2pPr>
            <a:lvl3pPr marL="1143000" indent="-228600" defTabSz="1235075">
              <a:defRPr>
                <a:solidFill>
                  <a:schemeClr val="tx1"/>
                </a:solidFill>
                <a:latin typeface="Calibri" panose="020F0502020204030204" pitchFamily="34" charset="0"/>
              </a:defRPr>
            </a:lvl3pPr>
            <a:lvl4pPr marL="1600200" indent="-228600" defTabSz="1235075">
              <a:defRPr>
                <a:solidFill>
                  <a:schemeClr val="tx1"/>
                </a:solidFill>
                <a:latin typeface="Calibri" panose="020F0502020204030204" pitchFamily="34" charset="0"/>
              </a:defRPr>
            </a:lvl4pPr>
            <a:lvl5pPr marL="2057400" indent="-228600" defTabSz="1235075">
              <a:defRPr>
                <a:solidFill>
                  <a:schemeClr val="tx1"/>
                </a:solidFill>
                <a:latin typeface="Calibri" panose="020F0502020204030204" pitchFamily="34" charset="0"/>
              </a:defRPr>
            </a:lvl5pPr>
            <a:lvl6pPr marL="2514600" indent="-228600" defTabSz="1235075" eaLnBrk="0" fontAlgn="base" hangingPunct="0">
              <a:spcBef>
                <a:spcPct val="0"/>
              </a:spcBef>
              <a:spcAft>
                <a:spcPct val="0"/>
              </a:spcAft>
              <a:defRPr>
                <a:solidFill>
                  <a:schemeClr val="tx1"/>
                </a:solidFill>
                <a:latin typeface="Calibri" panose="020F0502020204030204" pitchFamily="34" charset="0"/>
              </a:defRPr>
            </a:lvl6pPr>
            <a:lvl7pPr marL="2971800" indent="-228600" defTabSz="1235075" eaLnBrk="0" fontAlgn="base" hangingPunct="0">
              <a:spcBef>
                <a:spcPct val="0"/>
              </a:spcBef>
              <a:spcAft>
                <a:spcPct val="0"/>
              </a:spcAft>
              <a:defRPr>
                <a:solidFill>
                  <a:schemeClr val="tx1"/>
                </a:solidFill>
                <a:latin typeface="Calibri" panose="020F0502020204030204" pitchFamily="34" charset="0"/>
              </a:defRPr>
            </a:lvl7pPr>
            <a:lvl8pPr marL="3429000" indent="-228600" defTabSz="1235075" eaLnBrk="0" fontAlgn="base" hangingPunct="0">
              <a:spcBef>
                <a:spcPct val="0"/>
              </a:spcBef>
              <a:spcAft>
                <a:spcPct val="0"/>
              </a:spcAft>
              <a:defRPr>
                <a:solidFill>
                  <a:schemeClr val="tx1"/>
                </a:solidFill>
                <a:latin typeface="Calibri" panose="020F0502020204030204" pitchFamily="34" charset="0"/>
              </a:defRPr>
            </a:lvl8pPr>
            <a:lvl9pPr marL="3886200" indent="-228600" defTabSz="1235075"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3600" b="1">
                <a:solidFill>
                  <a:srgbClr val="000000"/>
                </a:solidFill>
                <a:latin typeface="Arial" panose="020B0604020202020204" pitchFamily="34" charset="0"/>
              </a:rPr>
              <a:t>Demographic</a:t>
            </a:r>
          </a:p>
        </p:txBody>
      </p:sp>
      <p:sp>
        <p:nvSpPr>
          <p:cNvPr id="28691" name="Oval 19"/>
          <p:cNvSpPr>
            <a:spLocks noChangeArrowheads="1"/>
          </p:cNvSpPr>
          <p:nvPr/>
        </p:nvSpPr>
        <p:spPr bwMode="auto">
          <a:xfrm>
            <a:off x="3003550" y="5146675"/>
            <a:ext cx="3294063" cy="1644650"/>
          </a:xfrm>
          <a:prstGeom prst="ellipse">
            <a:avLst/>
          </a:prstGeom>
          <a:gradFill rotWithShape="0">
            <a:gsLst>
              <a:gs pos="0">
                <a:srgbClr val="D49FFF"/>
              </a:gs>
              <a:gs pos="100000">
                <a:srgbClr val="D8A9FF"/>
              </a:gs>
            </a:gsLst>
            <a:lin ang="5400000" scaled="1"/>
          </a:gradFill>
          <a:ln>
            <a:noFill/>
          </a:ln>
          <a:effectLst>
            <a:outerShdw dist="89803" dir="2700000" algn="ctr" rotWithShape="0">
              <a:srgbClr val="414141"/>
            </a:outerShdw>
          </a:effectLst>
          <a:extLst>
            <a:ext uri="{91240B29-F687-4F45-9708-019B960494DF}">
              <a14:hiddenLine xmlns:a14="http://schemas.microsoft.com/office/drawing/2010/main" w="12700">
                <a:solidFill>
                  <a:srgbClr val="000000"/>
                </a:solidFill>
                <a:round/>
                <a:headEnd/>
                <a:tailEnd/>
              </a14:hiddenLine>
            </a:ext>
          </a:extLst>
        </p:spPr>
        <p:txBody>
          <a:bodyPr wrap="none" lIns="123825" tIns="61912" rIns="123825" bIns="61912" anchor="ctr"/>
          <a:lstStyle>
            <a:lvl1pPr defTabSz="1235075">
              <a:defRPr>
                <a:solidFill>
                  <a:schemeClr val="tx1"/>
                </a:solidFill>
                <a:latin typeface="Calibri" panose="020F0502020204030204" pitchFamily="34" charset="0"/>
              </a:defRPr>
            </a:lvl1pPr>
            <a:lvl2pPr marL="742950" indent="-285750" defTabSz="1235075">
              <a:defRPr>
                <a:solidFill>
                  <a:schemeClr val="tx1"/>
                </a:solidFill>
                <a:latin typeface="Calibri" panose="020F0502020204030204" pitchFamily="34" charset="0"/>
              </a:defRPr>
            </a:lvl2pPr>
            <a:lvl3pPr marL="1143000" indent="-228600" defTabSz="1235075">
              <a:defRPr>
                <a:solidFill>
                  <a:schemeClr val="tx1"/>
                </a:solidFill>
                <a:latin typeface="Calibri" panose="020F0502020204030204" pitchFamily="34" charset="0"/>
              </a:defRPr>
            </a:lvl3pPr>
            <a:lvl4pPr marL="1600200" indent="-228600" defTabSz="1235075">
              <a:defRPr>
                <a:solidFill>
                  <a:schemeClr val="tx1"/>
                </a:solidFill>
                <a:latin typeface="Calibri" panose="020F0502020204030204" pitchFamily="34" charset="0"/>
              </a:defRPr>
            </a:lvl4pPr>
            <a:lvl5pPr marL="2057400" indent="-228600" defTabSz="1235075">
              <a:defRPr>
                <a:solidFill>
                  <a:schemeClr val="tx1"/>
                </a:solidFill>
                <a:latin typeface="Calibri" panose="020F0502020204030204" pitchFamily="34" charset="0"/>
              </a:defRPr>
            </a:lvl5pPr>
            <a:lvl6pPr marL="2514600" indent="-228600" defTabSz="1235075" eaLnBrk="0" fontAlgn="base" hangingPunct="0">
              <a:spcBef>
                <a:spcPct val="0"/>
              </a:spcBef>
              <a:spcAft>
                <a:spcPct val="0"/>
              </a:spcAft>
              <a:defRPr>
                <a:solidFill>
                  <a:schemeClr val="tx1"/>
                </a:solidFill>
                <a:latin typeface="Calibri" panose="020F0502020204030204" pitchFamily="34" charset="0"/>
              </a:defRPr>
            </a:lvl6pPr>
            <a:lvl7pPr marL="2971800" indent="-228600" defTabSz="1235075" eaLnBrk="0" fontAlgn="base" hangingPunct="0">
              <a:spcBef>
                <a:spcPct val="0"/>
              </a:spcBef>
              <a:spcAft>
                <a:spcPct val="0"/>
              </a:spcAft>
              <a:defRPr>
                <a:solidFill>
                  <a:schemeClr val="tx1"/>
                </a:solidFill>
                <a:latin typeface="Calibri" panose="020F0502020204030204" pitchFamily="34" charset="0"/>
              </a:defRPr>
            </a:lvl7pPr>
            <a:lvl8pPr marL="3429000" indent="-228600" defTabSz="1235075" eaLnBrk="0" fontAlgn="base" hangingPunct="0">
              <a:spcBef>
                <a:spcPct val="0"/>
              </a:spcBef>
              <a:spcAft>
                <a:spcPct val="0"/>
              </a:spcAft>
              <a:defRPr>
                <a:solidFill>
                  <a:schemeClr val="tx1"/>
                </a:solidFill>
                <a:latin typeface="Calibri" panose="020F0502020204030204" pitchFamily="34" charset="0"/>
              </a:defRPr>
            </a:lvl8pPr>
            <a:lvl9pPr marL="3886200" indent="-228600" defTabSz="1235075"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3600" b="1">
                <a:solidFill>
                  <a:srgbClr val="000000"/>
                </a:solidFill>
                <a:latin typeface="Arial" panose="020B0604020202020204" pitchFamily="34" charset="0"/>
              </a:rPr>
              <a:t>Technological</a:t>
            </a:r>
          </a:p>
        </p:txBody>
      </p:sp>
      <p:sp>
        <p:nvSpPr>
          <p:cNvPr id="28692" name="Oval 20"/>
          <p:cNvSpPr>
            <a:spLocks noChangeArrowheads="1"/>
          </p:cNvSpPr>
          <p:nvPr/>
        </p:nvSpPr>
        <p:spPr bwMode="auto">
          <a:xfrm>
            <a:off x="85725" y="2312988"/>
            <a:ext cx="3295650" cy="1643062"/>
          </a:xfrm>
          <a:prstGeom prst="ellipse">
            <a:avLst/>
          </a:prstGeom>
          <a:gradFill rotWithShape="0">
            <a:gsLst>
              <a:gs pos="0">
                <a:srgbClr val="8CF4EA"/>
              </a:gs>
              <a:gs pos="100000">
                <a:srgbClr val="C5F9F4"/>
              </a:gs>
            </a:gsLst>
            <a:lin ang="5400000" scaled="1"/>
          </a:gradFill>
          <a:ln>
            <a:noFill/>
          </a:ln>
          <a:effectLst>
            <a:outerShdw dist="89803" dir="2700000" algn="ctr" rotWithShape="0">
              <a:srgbClr val="414141"/>
            </a:outerShdw>
          </a:effectLst>
          <a:extLst>
            <a:ext uri="{91240B29-F687-4F45-9708-019B960494DF}">
              <a14:hiddenLine xmlns:a14="http://schemas.microsoft.com/office/drawing/2010/main" w="12700">
                <a:solidFill>
                  <a:srgbClr val="000000"/>
                </a:solidFill>
                <a:round/>
                <a:headEnd/>
                <a:tailEnd/>
              </a14:hiddenLine>
            </a:ext>
          </a:extLst>
        </p:spPr>
        <p:txBody>
          <a:bodyPr wrap="none" lIns="123825" tIns="61912" rIns="123825" bIns="61912" anchor="ctr"/>
          <a:lstStyle>
            <a:lvl1pPr defTabSz="1235075">
              <a:defRPr>
                <a:solidFill>
                  <a:schemeClr val="tx1"/>
                </a:solidFill>
                <a:latin typeface="Calibri" panose="020F0502020204030204" pitchFamily="34" charset="0"/>
              </a:defRPr>
            </a:lvl1pPr>
            <a:lvl2pPr marL="742950" indent="-285750" defTabSz="1235075">
              <a:defRPr>
                <a:solidFill>
                  <a:schemeClr val="tx1"/>
                </a:solidFill>
                <a:latin typeface="Calibri" panose="020F0502020204030204" pitchFamily="34" charset="0"/>
              </a:defRPr>
            </a:lvl2pPr>
            <a:lvl3pPr marL="1143000" indent="-228600" defTabSz="1235075">
              <a:defRPr>
                <a:solidFill>
                  <a:schemeClr val="tx1"/>
                </a:solidFill>
                <a:latin typeface="Calibri" panose="020F0502020204030204" pitchFamily="34" charset="0"/>
              </a:defRPr>
            </a:lvl3pPr>
            <a:lvl4pPr marL="1600200" indent="-228600" defTabSz="1235075">
              <a:defRPr>
                <a:solidFill>
                  <a:schemeClr val="tx1"/>
                </a:solidFill>
                <a:latin typeface="Calibri" panose="020F0502020204030204" pitchFamily="34" charset="0"/>
              </a:defRPr>
            </a:lvl4pPr>
            <a:lvl5pPr marL="2057400" indent="-228600" defTabSz="1235075">
              <a:defRPr>
                <a:solidFill>
                  <a:schemeClr val="tx1"/>
                </a:solidFill>
                <a:latin typeface="Calibri" panose="020F0502020204030204" pitchFamily="34" charset="0"/>
              </a:defRPr>
            </a:lvl5pPr>
            <a:lvl6pPr marL="2514600" indent="-228600" defTabSz="1235075" eaLnBrk="0" fontAlgn="base" hangingPunct="0">
              <a:spcBef>
                <a:spcPct val="0"/>
              </a:spcBef>
              <a:spcAft>
                <a:spcPct val="0"/>
              </a:spcAft>
              <a:defRPr>
                <a:solidFill>
                  <a:schemeClr val="tx1"/>
                </a:solidFill>
                <a:latin typeface="Calibri" panose="020F0502020204030204" pitchFamily="34" charset="0"/>
              </a:defRPr>
            </a:lvl6pPr>
            <a:lvl7pPr marL="2971800" indent="-228600" defTabSz="1235075" eaLnBrk="0" fontAlgn="base" hangingPunct="0">
              <a:spcBef>
                <a:spcPct val="0"/>
              </a:spcBef>
              <a:spcAft>
                <a:spcPct val="0"/>
              </a:spcAft>
              <a:defRPr>
                <a:solidFill>
                  <a:schemeClr val="tx1"/>
                </a:solidFill>
                <a:latin typeface="Calibri" panose="020F0502020204030204" pitchFamily="34" charset="0"/>
              </a:defRPr>
            </a:lvl7pPr>
            <a:lvl8pPr marL="3429000" indent="-228600" defTabSz="1235075" eaLnBrk="0" fontAlgn="base" hangingPunct="0">
              <a:spcBef>
                <a:spcPct val="0"/>
              </a:spcBef>
              <a:spcAft>
                <a:spcPct val="0"/>
              </a:spcAft>
              <a:defRPr>
                <a:solidFill>
                  <a:schemeClr val="tx1"/>
                </a:solidFill>
                <a:latin typeface="Calibri" panose="020F0502020204030204" pitchFamily="34" charset="0"/>
              </a:defRPr>
            </a:lvl8pPr>
            <a:lvl9pPr marL="3886200" indent="-228600" defTabSz="1235075"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3600" b="1">
                <a:solidFill>
                  <a:srgbClr val="000000"/>
                </a:solidFill>
                <a:latin typeface="Arial" panose="020B0604020202020204" pitchFamily="34" charset="0"/>
              </a:rPr>
              <a:t>Cultural</a:t>
            </a:r>
          </a:p>
        </p:txBody>
      </p:sp>
      <p:sp>
        <p:nvSpPr>
          <p:cNvPr id="28693" name="Oval 21"/>
          <p:cNvSpPr>
            <a:spLocks noChangeArrowheads="1"/>
          </p:cNvSpPr>
          <p:nvPr/>
        </p:nvSpPr>
        <p:spPr bwMode="auto">
          <a:xfrm>
            <a:off x="6188075" y="2438400"/>
            <a:ext cx="3294063" cy="1676400"/>
          </a:xfrm>
          <a:prstGeom prst="ellipse">
            <a:avLst/>
          </a:prstGeom>
          <a:gradFill rotWithShape="0">
            <a:gsLst>
              <a:gs pos="0">
                <a:srgbClr val="F39FD1"/>
              </a:gs>
              <a:gs pos="100000">
                <a:srgbClr val="F4A9D6"/>
              </a:gs>
            </a:gsLst>
            <a:lin ang="5400000" scaled="1"/>
          </a:gradFill>
          <a:ln>
            <a:noFill/>
          </a:ln>
          <a:effectLst>
            <a:outerShdw dist="89803" dir="2700000" algn="ctr" rotWithShape="0">
              <a:srgbClr val="414141"/>
            </a:outerShdw>
          </a:effectLst>
          <a:extLst>
            <a:ext uri="{91240B29-F687-4F45-9708-019B960494DF}">
              <a14:hiddenLine xmlns:a14="http://schemas.microsoft.com/office/drawing/2010/main" w="12700">
                <a:solidFill>
                  <a:srgbClr val="000000"/>
                </a:solidFill>
                <a:round/>
                <a:headEnd/>
                <a:tailEnd/>
              </a14:hiddenLine>
            </a:ext>
          </a:extLst>
        </p:spPr>
        <p:txBody>
          <a:bodyPr wrap="none" lIns="123825" tIns="61912" rIns="123825" bIns="61912" anchor="ctr"/>
          <a:lstStyle>
            <a:lvl1pPr defTabSz="1235075">
              <a:defRPr>
                <a:solidFill>
                  <a:schemeClr val="tx1"/>
                </a:solidFill>
                <a:latin typeface="Calibri" panose="020F0502020204030204" pitchFamily="34" charset="0"/>
              </a:defRPr>
            </a:lvl1pPr>
            <a:lvl2pPr marL="742950" indent="-285750" defTabSz="1235075">
              <a:defRPr>
                <a:solidFill>
                  <a:schemeClr val="tx1"/>
                </a:solidFill>
                <a:latin typeface="Calibri" panose="020F0502020204030204" pitchFamily="34" charset="0"/>
              </a:defRPr>
            </a:lvl2pPr>
            <a:lvl3pPr marL="1143000" indent="-228600" defTabSz="1235075">
              <a:defRPr>
                <a:solidFill>
                  <a:schemeClr val="tx1"/>
                </a:solidFill>
                <a:latin typeface="Calibri" panose="020F0502020204030204" pitchFamily="34" charset="0"/>
              </a:defRPr>
            </a:lvl3pPr>
            <a:lvl4pPr marL="1600200" indent="-228600" defTabSz="1235075">
              <a:defRPr>
                <a:solidFill>
                  <a:schemeClr val="tx1"/>
                </a:solidFill>
                <a:latin typeface="Calibri" panose="020F0502020204030204" pitchFamily="34" charset="0"/>
              </a:defRPr>
            </a:lvl4pPr>
            <a:lvl5pPr marL="2057400" indent="-228600" defTabSz="1235075">
              <a:defRPr>
                <a:solidFill>
                  <a:schemeClr val="tx1"/>
                </a:solidFill>
                <a:latin typeface="Calibri" panose="020F0502020204030204" pitchFamily="34" charset="0"/>
              </a:defRPr>
            </a:lvl5pPr>
            <a:lvl6pPr marL="2514600" indent="-228600" defTabSz="1235075" eaLnBrk="0" fontAlgn="base" hangingPunct="0">
              <a:spcBef>
                <a:spcPct val="0"/>
              </a:spcBef>
              <a:spcAft>
                <a:spcPct val="0"/>
              </a:spcAft>
              <a:defRPr>
                <a:solidFill>
                  <a:schemeClr val="tx1"/>
                </a:solidFill>
                <a:latin typeface="Calibri" panose="020F0502020204030204" pitchFamily="34" charset="0"/>
              </a:defRPr>
            </a:lvl6pPr>
            <a:lvl7pPr marL="2971800" indent="-228600" defTabSz="1235075" eaLnBrk="0" fontAlgn="base" hangingPunct="0">
              <a:spcBef>
                <a:spcPct val="0"/>
              </a:spcBef>
              <a:spcAft>
                <a:spcPct val="0"/>
              </a:spcAft>
              <a:defRPr>
                <a:solidFill>
                  <a:schemeClr val="tx1"/>
                </a:solidFill>
                <a:latin typeface="Calibri" panose="020F0502020204030204" pitchFamily="34" charset="0"/>
              </a:defRPr>
            </a:lvl7pPr>
            <a:lvl8pPr marL="3429000" indent="-228600" defTabSz="1235075" eaLnBrk="0" fontAlgn="base" hangingPunct="0">
              <a:spcBef>
                <a:spcPct val="0"/>
              </a:spcBef>
              <a:spcAft>
                <a:spcPct val="0"/>
              </a:spcAft>
              <a:defRPr>
                <a:solidFill>
                  <a:schemeClr val="tx1"/>
                </a:solidFill>
                <a:latin typeface="Calibri" panose="020F0502020204030204" pitchFamily="34" charset="0"/>
              </a:defRPr>
            </a:lvl8pPr>
            <a:lvl9pPr marL="3886200" indent="-228600" defTabSz="1235075"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3600" b="1">
                <a:solidFill>
                  <a:srgbClr val="000000"/>
                </a:solidFill>
                <a:latin typeface="Arial" panose="020B0604020202020204" pitchFamily="34" charset="0"/>
              </a:rPr>
              <a:t>Economic</a:t>
            </a:r>
          </a:p>
        </p:txBody>
      </p:sp>
      <p:sp>
        <p:nvSpPr>
          <p:cNvPr id="28694" name="Oval 22"/>
          <p:cNvSpPr>
            <a:spLocks noChangeArrowheads="1"/>
          </p:cNvSpPr>
          <p:nvPr/>
        </p:nvSpPr>
        <p:spPr bwMode="auto">
          <a:xfrm>
            <a:off x="14288" y="4175125"/>
            <a:ext cx="3295650" cy="1643063"/>
          </a:xfrm>
          <a:prstGeom prst="ellipse">
            <a:avLst/>
          </a:prstGeom>
          <a:gradFill rotWithShape="0">
            <a:gsLst>
              <a:gs pos="0">
                <a:srgbClr val="F6BF69"/>
              </a:gs>
              <a:gs pos="100000">
                <a:srgbClr val="FADFB4"/>
              </a:gs>
            </a:gsLst>
            <a:lin ang="5400000" scaled="1"/>
          </a:gradFill>
          <a:ln>
            <a:noFill/>
          </a:ln>
          <a:effectLst>
            <a:outerShdw dist="89803" dir="2700000" algn="ctr" rotWithShape="0">
              <a:srgbClr val="414141"/>
            </a:outerShdw>
          </a:effectLst>
          <a:extLst>
            <a:ext uri="{91240B29-F687-4F45-9708-019B960494DF}">
              <a14:hiddenLine xmlns:a14="http://schemas.microsoft.com/office/drawing/2010/main" w="12700">
                <a:solidFill>
                  <a:srgbClr val="000000"/>
                </a:solidFill>
                <a:round/>
                <a:headEnd/>
                <a:tailEnd/>
              </a14:hiddenLine>
            </a:ext>
          </a:extLst>
        </p:spPr>
        <p:txBody>
          <a:bodyPr wrap="none" lIns="123825" tIns="61912" rIns="123825" bIns="61912" anchor="ctr"/>
          <a:lstStyle>
            <a:lvl1pPr defTabSz="1235075">
              <a:defRPr>
                <a:solidFill>
                  <a:schemeClr val="tx1"/>
                </a:solidFill>
                <a:latin typeface="Calibri" panose="020F0502020204030204" pitchFamily="34" charset="0"/>
              </a:defRPr>
            </a:lvl1pPr>
            <a:lvl2pPr marL="742950" indent="-285750" defTabSz="1235075">
              <a:defRPr>
                <a:solidFill>
                  <a:schemeClr val="tx1"/>
                </a:solidFill>
                <a:latin typeface="Calibri" panose="020F0502020204030204" pitchFamily="34" charset="0"/>
              </a:defRPr>
            </a:lvl2pPr>
            <a:lvl3pPr marL="1143000" indent="-228600" defTabSz="1235075">
              <a:defRPr>
                <a:solidFill>
                  <a:schemeClr val="tx1"/>
                </a:solidFill>
                <a:latin typeface="Calibri" panose="020F0502020204030204" pitchFamily="34" charset="0"/>
              </a:defRPr>
            </a:lvl3pPr>
            <a:lvl4pPr marL="1600200" indent="-228600" defTabSz="1235075">
              <a:defRPr>
                <a:solidFill>
                  <a:schemeClr val="tx1"/>
                </a:solidFill>
                <a:latin typeface="Calibri" panose="020F0502020204030204" pitchFamily="34" charset="0"/>
              </a:defRPr>
            </a:lvl4pPr>
            <a:lvl5pPr marL="2057400" indent="-228600" defTabSz="1235075">
              <a:defRPr>
                <a:solidFill>
                  <a:schemeClr val="tx1"/>
                </a:solidFill>
                <a:latin typeface="Calibri" panose="020F0502020204030204" pitchFamily="34" charset="0"/>
              </a:defRPr>
            </a:lvl5pPr>
            <a:lvl6pPr marL="2514600" indent="-228600" defTabSz="1235075" eaLnBrk="0" fontAlgn="base" hangingPunct="0">
              <a:spcBef>
                <a:spcPct val="0"/>
              </a:spcBef>
              <a:spcAft>
                <a:spcPct val="0"/>
              </a:spcAft>
              <a:defRPr>
                <a:solidFill>
                  <a:schemeClr val="tx1"/>
                </a:solidFill>
                <a:latin typeface="Calibri" panose="020F0502020204030204" pitchFamily="34" charset="0"/>
              </a:defRPr>
            </a:lvl6pPr>
            <a:lvl7pPr marL="2971800" indent="-228600" defTabSz="1235075" eaLnBrk="0" fontAlgn="base" hangingPunct="0">
              <a:spcBef>
                <a:spcPct val="0"/>
              </a:spcBef>
              <a:spcAft>
                <a:spcPct val="0"/>
              </a:spcAft>
              <a:defRPr>
                <a:solidFill>
                  <a:schemeClr val="tx1"/>
                </a:solidFill>
                <a:latin typeface="Calibri" panose="020F0502020204030204" pitchFamily="34" charset="0"/>
              </a:defRPr>
            </a:lvl7pPr>
            <a:lvl8pPr marL="3429000" indent="-228600" defTabSz="1235075" eaLnBrk="0" fontAlgn="base" hangingPunct="0">
              <a:spcBef>
                <a:spcPct val="0"/>
              </a:spcBef>
              <a:spcAft>
                <a:spcPct val="0"/>
              </a:spcAft>
              <a:defRPr>
                <a:solidFill>
                  <a:schemeClr val="tx1"/>
                </a:solidFill>
                <a:latin typeface="Calibri" panose="020F0502020204030204" pitchFamily="34" charset="0"/>
              </a:defRPr>
            </a:lvl8pPr>
            <a:lvl9pPr marL="3886200" indent="-228600" defTabSz="1235075"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3600" b="1">
                <a:solidFill>
                  <a:srgbClr val="000000"/>
                </a:solidFill>
                <a:latin typeface="Arial" panose="020B0604020202020204" pitchFamily="34" charset="0"/>
              </a:rPr>
              <a:t>Political</a:t>
            </a:r>
          </a:p>
        </p:txBody>
      </p:sp>
      <p:sp>
        <p:nvSpPr>
          <p:cNvPr id="28695" name="Oval 23"/>
          <p:cNvSpPr>
            <a:spLocks noChangeArrowheads="1"/>
          </p:cNvSpPr>
          <p:nvPr/>
        </p:nvSpPr>
        <p:spPr bwMode="auto">
          <a:xfrm>
            <a:off x="6115050" y="4333875"/>
            <a:ext cx="3295650" cy="1644650"/>
          </a:xfrm>
          <a:prstGeom prst="ellipse">
            <a:avLst/>
          </a:prstGeom>
          <a:gradFill rotWithShape="0">
            <a:gsLst>
              <a:gs pos="0">
                <a:srgbClr val="A2FFA3"/>
              </a:gs>
              <a:gs pos="100000">
                <a:srgbClr val="BEFFBE"/>
              </a:gs>
            </a:gsLst>
            <a:lin ang="5400000" scaled="1"/>
          </a:gradFill>
          <a:ln>
            <a:noFill/>
          </a:ln>
          <a:effectLst>
            <a:outerShdw dist="89803" dir="2700000" algn="ctr" rotWithShape="0">
              <a:srgbClr val="414141"/>
            </a:outerShdw>
          </a:effectLst>
          <a:extLst>
            <a:ext uri="{91240B29-F687-4F45-9708-019B960494DF}">
              <a14:hiddenLine xmlns:a14="http://schemas.microsoft.com/office/drawing/2010/main" w="12700">
                <a:solidFill>
                  <a:srgbClr val="000000"/>
                </a:solidFill>
                <a:round/>
                <a:headEnd/>
                <a:tailEnd/>
              </a14:hiddenLine>
            </a:ext>
          </a:extLst>
        </p:spPr>
        <p:txBody>
          <a:bodyPr wrap="none" lIns="123825" tIns="61912" rIns="123825" bIns="61912" anchor="ctr"/>
          <a:lstStyle>
            <a:lvl1pPr defTabSz="1235075">
              <a:defRPr>
                <a:solidFill>
                  <a:schemeClr val="tx1"/>
                </a:solidFill>
                <a:latin typeface="Calibri" panose="020F0502020204030204" pitchFamily="34" charset="0"/>
              </a:defRPr>
            </a:lvl1pPr>
            <a:lvl2pPr marL="742950" indent="-285750" defTabSz="1235075">
              <a:defRPr>
                <a:solidFill>
                  <a:schemeClr val="tx1"/>
                </a:solidFill>
                <a:latin typeface="Calibri" panose="020F0502020204030204" pitchFamily="34" charset="0"/>
              </a:defRPr>
            </a:lvl2pPr>
            <a:lvl3pPr marL="1143000" indent="-228600" defTabSz="1235075">
              <a:defRPr>
                <a:solidFill>
                  <a:schemeClr val="tx1"/>
                </a:solidFill>
                <a:latin typeface="Calibri" panose="020F0502020204030204" pitchFamily="34" charset="0"/>
              </a:defRPr>
            </a:lvl3pPr>
            <a:lvl4pPr marL="1600200" indent="-228600" defTabSz="1235075">
              <a:defRPr>
                <a:solidFill>
                  <a:schemeClr val="tx1"/>
                </a:solidFill>
                <a:latin typeface="Calibri" panose="020F0502020204030204" pitchFamily="34" charset="0"/>
              </a:defRPr>
            </a:lvl4pPr>
            <a:lvl5pPr marL="2057400" indent="-228600" defTabSz="1235075">
              <a:defRPr>
                <a:solidFill>
                  <a:schemeClr val="tx1"/>
                </a:solidFill>
                <a:latin typeface="Calibri" panose="020F0502020204030204" pitchFamily="34" charset="0"/>
              </a:defRPr>
            </a:lvl5pPr>
            <a:lvl6pPr marL="2514600" indent="-228600" defTabSz="1235075" eaLnBrk="0" fontAlgn="base" hangingPunct="0">
              <a:spcBef>
                <a:spcPct val="0"/>
              </a:spcBef>
              <a:spcAft>
                <a:spcPct val="0"/>
              </a:spcAft>
              <a:defRPr>
                <a:solidFill>
                  <a:schemeClr val="tx1"/>
                </a:solidFill>
                <a:latin typeface="Calibri" panose="020F0502020204030204" pitchFamily="34" charset="0"/>
              </a:defRPr>
            </a:lvl6pPr>
            <a:lvl7pPr marL="2971800" indent="-228600" defTabSz="1235075" eaLnBrk="0" fontAlgn="base" hangingPunct="0">
              <a:spcBef>
                <a:spcPct val="0"/>
              </a:spcBef>
              <a:spcAft>
                <a:spcPct val="0"/>
              </a:spcAft>
              <a:defRPr>
                <a:solidFill>
                  <a:schemeClr val="tx1"/>
                </a:solidFill>
                <a:latin typeface="Calibri" panose="020F0502020204030204" pitchFamily="34" charset="0"/>
              </a:defRPr>
            </a:lvl7pPr>
            <a:lvl8pPr marL="3429000" indent="-228600" defTabSz="1235075" eaLnBrk="0" fontAlgn="base" hangingPunct="0">
              <a:spcBef>
                <a:spcPct val="0"/>
              </a:spcBef>
              <a:spcAft>
                <a:spcPct val="0"/>
              </a:spcAft>
              <a:defRPr>
                <a:solidFill>
                  <a:schemeClr val="tx1"/>
                </a:solidFill>
                <a:latin typeface="Calibri" panose="020F0502020204030204" pitchFamily="34" charset="0"/>
              </a:defRPr>
            </a:lvl8pPr>
            <a:lvl9pPr marL="3886200" indent="-228600" defTabSz="1235075"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3600" b="1">
                <a:solidFill>
                  <a:srgbClr val="000000"/>
                </a:solidFill>
                <a:latin typeface="Arial" panose="020B0604020202020204" pitchFamily="34" charset="0"/>
              </a:rPr>
              <a:t>Natural</a:t>
            </a:r>
          </a:p>
        </p:txBody>
      </p:sp>
      <p:sp>
        <p:nvSpPr>
          <p:cNvPr id="28696" name="Oval 24"/>
          <p:cNvSpPr>
            <a:spLocks noChangeArrowheads="1"/>
          </p:cNvSpPr>
          <p:nvPr/>
        </p:nvSpPr>
        <p:spPr bwMode="auto">
          <a:xfrm>
            <a:off x="2514600" y="2514600"/>
            <a:ext cx="4343400" cy="2743200"/>
          </a:xfrm>
          <a:prstGeom prst="ellipse">
            <a:avLst/>
          </a:prstGeom>
          <a:gradFill rotWithShape="0">
            <a:gsLst>
              <a:gs pos="0">
                <a:srgbClr val="FEFF72"/>
              </a:gs>
              <a:gs pos="100000">
                <a:srgbClr val="FEFFB8"/>
              </a:gs>
            </a:gsLst>
            <a:lin ang="5400000" scaled="1"/>
          </a:gradFill>
          <a:ln>
            <a:noFill/>
          </a:ln>
          <a:effectLst>
            <a:outerShdw dist="89803" dir="2700000" algn="ctr" rotWithShape="0">
              <a:srgbClr val="414141"/>
            </a:outerShdw>
          </a:effectLst>
          <a:extLst>
            <a:ext uri="{91240B29-F687-4F45-9708-019B960494DF}">
              <a14:hiddenLine xmlns:a14="http://schemas.microsoft.com/office/drawing/2010/main" w="12700">
                <a:solidFill>
                  <a:srgbClr val="000000"/>
                </a:solidFill>
                <a:round/>
                <a:headEnd/>
                <a:tailEnd/>
              </a14:hiddenLine>
            </a:ext>
          </a:extLst>
        </p:spPr>
        <p:txBody>
          <a:bodyPr wrap="none" lIns="155575" tIns="77788" rIns="155575" bIns="77788" anchor="ctr"/>
          <a:lstStyle>
            <a:lvl1pPr defTabSz="1544638">
              <a:defRPr>
                <a:solidFill>
                  <a:schemeClr val="tx1"/>
                </a:solidFill>
                <a:latin typeface="Calibri" panose="020F0502020204030204" pitchFamily="34" charset="0"/>
              </a:defRPr>
            </a:lvl1pPr>
            <a:lvl2pPr marL="742950" indent="-285750" defTabSz="1544638">
              <a:defRPr>
                <a:solidFill>
                  <a:schemeClr val="tx1"/>
                </a:solidFill>
                <a:latin typeface="Calibri" panose="020F0502020204030204" pitchFamily="34" charset="0"/>
              </a:defRPr>
            </a:lvl2pPr>
            <a:lvl3pPr marL="1143000" indent="-228600" defTabSz="1544638">
              <a:defRPr>
                <a:solidFill>
                  <a:schemeClr val="tx1"/>
                </a:solidFill>
                <a:latin typeface="Calibri" panose="020F0502020204030204" pitchFamily="34" charset="0"/>
              </a:defRPr>
            </a:lvl3pPr>
            <a:lvl4pPr marL="1600200" indent="-228600" defTabSz="1544638">
              <a:defRPr>
                <a:solidFill>
                  <a:schemeClr val="tx1"/>
                </a:solidFill>
                <a:latin typeface="Calibri" panose="020F0502020204030204" pitchFamily="34" charset="0"/>
              </a:defRPr>
            </a:lvl4pPr>
            <a:lvl5pPr marL="2057400" indent="-228600" defTabSz="1544638">
              <a:defRPr>
                <a:solidFill>
                  <a:schemeClr val="tx1"/>
                </a:solidFill>
                <a:latin typeface="Calibri" panose="020F0502020204030204" pitchFamily="34" charset="0"/>
              </a:defRPr>
            </a:lvl5pPr>
            <a:lvl6pPr marL="2514600" indent="-228600" defTabSz="1544638" eaLnBrk="0" fontAlgn="base" hangingPunct="0">
              <a:spcBef>
                <a:spcPct val="0"/>
              </a:spcBef>
              <a:spcAft>
                <a:spcPct val="0"/>
              </a:spcAft>
              <a:defRPr>
                <a:solidFill>
                  <a:schemeClr val="tx1"/>
                </a:solidFill>
                <a:latin typeface="Calibri" panose="020F0502020204030204" pitchFamily="34" charset="0"/>
              </a:defRPr>
            </a:lvl6pPr>
            <a:lvl7pPr marL="2971800" indent="-228600" defTabSz="1544638" eaLnBrk="0" fontAlgn="base" hangingPunct="0">
              <a:spcBef>
                <a:spcPct val="0"/>
              </a:spcBef>
              <a:spcAft>
                <a:spcPct val="0"/>
              </a:spcAft>
              <a:defRPr>
                <a:solidFill>
                  <a:schemeClr val="tx1"/>
                </a:solidFill>
                <a:latin typeface="Calibri" panose="020F0502020204030204" pitchFamily="34" charset="0"/>
              </a:defRPr>
            </a:lvl7pPr>
            <a:lvl8pPr marL="3429000" indent="-228600" defTabSz="1544638" eaLnBrk="0" fontAlgn="base" hangingPunct="0">
              <a:spcBef>
                <a:spcPct val="0"/>
              </a:spcBef>
              <a:spcAft>
                <a:spcPct val="0"/>
              </a:spcAft>
              <a:defRPr>
                <a:solidFill>
                  <a:schemeClr val="tx1"/>
                </a:solidFill>
                <a:latin typeface="Calibri" panose="020F0502020204030204" pitchFamily="34" charset="0"/>
              </a:defRPr>
            </a:lvl8pPr>
            <a:lvl9pPr marL="3886200" indent="-228600" defTabSz="1544638"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endParaRPr lang="en-US" altLang="en-US" b="1">
              <a:solidFill>
                <a:srgbClr val="000000"/>
              </a:solidFill>
              <a:latin typeface="Arial" panose="020B0604020202020204" pitchFamily="34" charset="0"/>
            </a:endParaRPr>
          </a:p>
          <a:p>
            <a:pPr algn="ctr" eaLnBrk="1" hangingPunct="1"/>
            <a:endParaRPr lang="en-US" altLang="en-US" b="1">
              <a:solidFill>
                <a:srgbClr val="000000"/>
              </a:solidFill>
              <a:latin typeface="Arial" panose="020B0604020202020204" pitchFamily="34" charset="0"/>
            </a:endParaRPr>
          </a:p>
          <a:p>
            <a:pPr algn="ctr" eaLnBrk="1" hangingPunct="1"/>
            <a:endParaRPr lang="en-US" altLang="en-US" b="1">
              <a:solidFill>
                <a:srgbClr val="000000"/>
              </a:solidFill>
              <a:latin typeface="Arial" panose="020B0604020202020204" pitchFamily="34" charset="0"/>
            </a:endParaRPr>
          </a:p>
          <a:p>
            <a:pPr algn="ctr" eaLnBrk="1" hangingPunct="1"/>
            <a:r>
              <a:rPr lang="en-US" altLang="en-US" sz="2800" b="1">
                <a:solidFill>
                  <a:srgbClr val="000000"/>
                </a:solidFill>
                <a:latin typeface="Arial" panose="020B0604020202020204" pitchFamily="34" charset="0"/>
              </a:rPr>
              <a:t>Forces that Shape</a:t>
            </a:r>
          </a:p>
          <a:p>
            <a:pPr algn="ctr" eaLnBrk="1" hangingPunct="1"/>
            <a:r>
              <a:rPr lang="en-US" altLang="en-US" sz="2800" b="1">
                <a:solidFill>
                  <a:srgbClr val="000000"/>
                </a:solidFill>
                <a:latin typeface="Arial" panose="020B0604020202020204" pitchFamily="34" charset="0"/>
              </a:rPr>
              <a:t>Opportunities </a:t>
            </a:r>
          </a:p>
          <a:p>
            <a:pPr algn="ctr" eaLnBrk="1" hangingPunct="1"/>
            <a:r>
              <a:rPr lang="en-US" altLang="en-US" sz="2800" b="1">
                <a:solidFill>
                  <a:srgbClr val="000000"/>
                </a:solidFill>
                <a:latin typeface="Arial" panose="020B0604020202020204" pitchFamily="34" charset="0"/>
              </a:rPr>
              <a:t>and Pose Threats</a:t>
            </a:r>
          </a:p>
          <a:p>
            <a:pPr algn="ctr" eaLnBrk="1" hangingPunct="1"/>
            <a:r>
              <a:rPr lang="en-US" altLang="en-US" sz="2800" b="1">
                <a:solidFill>
                  <a:srgbClr val="000000"/>
                </a:solidFill>
                <a:latin typeface="Arial" panose="020B0604020202020204" pitchFamily="34" charset="0"/>
              </a:rPr>
              <a:t>to a Company</a:t>
            </a:r>
          </a:p>
          <a:p>
            <a:pPr algn="ctr" eaLnBrk="1" hangingPunct="1"/>
            <a:endParaRPr lang="en-US" altLang="en-US" b="1">
              <a:solidFill>
                <a:srgbClr val="000000"/>
              </a:solidFill>
              <a:latin typeface="Arial" panose="020B0604020202020204" pitchFamily="34" charset="0"/>
            </a:endParaRPr>
          </a:p>
          <a:p>
            <a:pPr algn="ctr" eaLnBrk="1" hangingPunct="1"/>
            <a:endParaRPr lang="en-US" altLang="en-US" b="1">
              <a:solidFill>
                <a:srgbClr val="000000"/>
              </a:solidFill>
              <a:latin typeface="Arial" panose="020B0604020202020204" pitchFamily="34" charset="0"/>
            </a:endParaRPr>
          </a:p>
          <a:p>
            <a:pPr algn="ctr" eaLnBrk="1" latinLnBrk="1" hangingPunct="1"/>
            <a:endParaRPr lang="en-US" altLang="en-US" b="1">
              <a:solidFill>
                <a:srgbClr val="000000"/>
              </a:solidFill>
              <a:latin typeface="Arial" panose="020B0604020202020204" pitchFamily="34" charset="0"/>
            </a:endParaRPr>
          </a:p>
        </p:txBody>
      </p:sp>
    </p:spTree>
  </p:cSld>
  <p:clrMapOvr>
    <a:overrideClrMapping bg1="dk2" tx1="lt1" bg2="dk1" tx2="lt2" accent1="accent1" accent2="accent2" accent3="accent3" accent4="accent4" accent5="accent5" accent6="accent6" hlink="hlink" folHlink="folHlink"/>
  </p:clrMapOvr>
  <p:transition spd="slow">
    <p:random/>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152400"/>
            <a:ext cx="5403850" cy="914400"/>
          </a:xfrm>
        </p:spPr>
        <p:txBody>
          <a:bodyPr/>
          <a:lstStyle/>
          <a:p>
            <a:pPr>
              <a:defRPr/>
            </a:pPr>
            <a:r>
              <a:rPr lang="en-US" dirty="0">
                <a:effectLst>
                  <a:outerShdw blurRad="38100" dist="38100" dir="2700000" algn="tl">
                    <a:srgbClr val="000000"/>
                  </a:outerShdw>
                </a:effectLst>
              </a:rPr>
              <a:t>Demographic</a:t>
            </a:r>
            <a:endParaRPr lang="en-US" dirty="0"/>
          </a:p>
        </p:txBody>
      </p:sp>
      <p:sp>
        <p:nvSpPr>
          <p:cNvPr id="3" name="Content Placeholder 2"/>
          <p:cNvSpPr>
            <a:spLocks noGrp="1"/>
          </p:cNvSpPr>
          <p:nvPr>
            <p:ph idx="1"/>
          </p:nvPr>
        </p:nvSpPr>
        <p:spPr>
          <a:xfrm>
            <a:off x="692150" y="1524000"/>
            <a:ext cx="8674100" cy="5715000"/>
          </a:xfrm>
        </p:spPr>
        <p:txBody>
          <a:bodyPr/>
          <a:lstStyle/>
          <a:p>
            <a:pPr marL="0" indent="0" defTabSz="1005840" eaLnBrk="1" fontAlgn="auto" hangingPunct="1">
              <a:spcAft>
                <a:spcPts val="0"/>
              </a:spcAft>
              <a:buClr>
                <a:srgbClr val="FAFD00"/>
              </a:buClr>
              <a:buFont typeface="Arial" panose="020B0604020202020204" pitchFamily="34" charset="0"/>
              <a:buNone/>
              <a:defRPr/>
            </a:pPr>
            <a:r>
              <a:rPr lang="en-US" sz="2800" dirty="0"/>
              <a:t>Everything about people or monitors population in terms of age, gender, race, occupation, location and other statistics.</a:t>
            </a:r>
          </a:p>
          <a:p>
            <a:pPr marL="0" indent="0" defTabSz="1005840" eaLnBrk="1" fontAlgn="auto" hangingPunct="1">
              <a:spcAft>
                <a:spcPts val="0"/>
              </a:spcAft>
              <a:buClr>
                <a:srgbClr val="FAFD00"/>
              </a:buClr>
              <a:buFont typeface="Arial" panose="020B0604020202020204" pitchFamily="34" charset="0"/>
              <a:buNone/>
              <a:defRPr/>
            </a:pPr>
            <a:r>
              <a:rPr lang="en-US" sz="2800" dirty="0"/>
              <a:t>In Pakistan, 14 % of the population are 4 years old or under 4 </a:t>
            </a:r>
            <a:r>
              <a:rPr lang="en-US" sz="2800"/>
              <a:t>years.</a:t>
            </a:r>
            <a:endParaRPr lang="en-US" sz="2800" dirty="0"/>
          </a:p>
          <a:p>
            <a:pPr marL="0" indent="0" defTabSz="1005840" eaLnBrk="1" fontAlgn="auto" hangingPunct="1">
              <a:spcAft>
                <a:spcPts val="0"/>
              </a:spcAft>
              <a:buClr>
                <a:srgbClr val="FAFD00"/>
              </a:buClr>
              <a:buFont typeface="Arial" panose="020B0604020202020204" pitchFamily="34" charset="0"/>
              <a:buNone/>
              <a:defRPr/>
            </a:pPr>
            <a:r>
              <a:rPr lang="en-US" sz="2800" dirty="0"/>
              <a:t>Increasing population</a:t>
            </a:r>
          </a:p>
          <a:p>
            <a:pPr marL="0" indent="0" defTabSz="1005840" eaLnBrk="1" fontAlgn="auto" hangingPunct="1">
              <a:spcAft>
                <a:spcPts val="0"/>
              </a:spcAft>
              <a:buClr>
                <a:srgbClr val="FAFD00"/>
              </a:buClr>
              <a:buFont typeface="Arial" panose="020B0604020202020204" pitchFamily="34" charset="0"/>
              <a:buNone/>
              <a:defRPr/>
            </a:pPr>
            <a:r>
              <a:rPr lang="en-US" sz="2800" dirty="0"/>
              <a:t>Growing Middle class </a:t>
            </a:r>
            <a:endParaRPr lang="en-US" sz="2000" dirty="0"/>
          </a:p>
          <a:p>
            <a:pPr marL="0" indent="0" defTabSz="1005840" eaLnBrk="1" fontAlgn="auto" hangingPunct="1">
              <a:spcAft>
                <a:spcPts val="0"/>
              </a:spcAft>
              <a:buClr>
                <a:srgbClr val="FAFD00"/>
              </a:buClr>
              <a:buFont typeface="Arial" panose="020B0604020202020204" pitchFamily="34" charset="0"/>
              <a:buNone/>
              <a:defRPr/>
            </a:pPr>
            <a:r>
              <a:rPr lang="en-US" sz="2800" dirty="0"/>
              <a:t>Growth in Rural population</a:t>
            </a:r>
          </a:p>
          <a:p>
            <a:pPr marL="0" indent="0" defTabSz="1005840" eaLnBrk="1" fontAlgn="auto" hangingPunct="1">
              <a:spcAft>
                <a:spcPts val="0"/>
              </a:spcAft>
              <a:buClr>
                <a:srgbClr val="FAFD00"/>
              </a:buClr>
              <a:buFont typeface="Arial" panose="020B0604020202020204" pitchFamily="34" charset="0"/>
              <a:buNone/>
              <a:defRPr/>
            </a:pPr>
            <a:r>
              <a:rPr lang="en-US" sz="2800" dirty="0"/>
              <a:t>A changing Family System</a:t>
            </a:r>
          </a:p>
          <a:p>
            <a:pPr marL="0" indent="0" defTabSz="1005840" eaLnBrk="1" fontAlgn="auto" hangingPunct="1">
              <a:spcAft>
                <a:spcPts val="0"/>
              </a:spcAft>
              <a:buClr>
                <a:srgbClr val="FAFD00"/>
              </a:buClr>
              <a:buFont typeface="Arial" panose="020B0604020202020204" pitchFamily="34" charset="0"/>
              <a:buNone/>
              <a:defRPr/>
            </a:pPr>
            <a:r>
              <a:rPr lang="en-US" sz="2800" dirty="0"/>
              <a:t>The changing role of women</a:t>
            </a:r>
          </a:p>
          <a:p>
            <a:pPr marL="0" indent="0" defTabSz="1005840" eaLnBrk="1" fontAlgn="auto" hangingPunct="1">
              <a:spcAft>
                <a:spcPts val="0"/>
              </a:spcAft>
              <a:buClr>
                <a:srgbClr val="FAFD00"/>
              </a:buClr>
              <a:buFont typeface="Arial" panose="020B0604020202020204" pitchFamily="34" charset="0"/>
              <a:buNone/>
              <a:defRPr/>
            </a:pPr>
            <a:r>
              <a:rPr lang="en-US" sz="2800" dirty="0"/>
              <a:t>Increasing diversity</a:t>
            </a:r>
          </a:p>
          <a:p>
            <a:pPr marL="0" indent="0" defTabSz="1005840" eaLnBrk="1" fontAlgn="auto" hangingPunct="1">
              <a:spcAft>
                <a:spcPts val="0"/>
              </a:spcAft>
              <a:buClr>
                <a:srgbClr val="FAFD00"/>
              </a:buClr>
              <a:buFont typeface="Arial" panose="020B0604020202020204" pitchFamily="34" charset="0"/>
              <a:buNone/>
              <a:defRPr/>
            </a:pPr>
            <a:endParaRPr lang="en-US" sz="2800" dirty="0"/>
          </a:p>
          <a:p>
            <a:pPr>
              <a:defRPr/>
            </a:pPr>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effectLst>
                  <a:outerShdw blurRad="38100" dist="38100" dir="2700000" algn="tl">
                    <a:srgbClr val="000000"/>
                  </a:outerShdw>
                </a:effectLst>
              </a:rPr>
              <a:t>Economic</a:t>
            </a:r>
            <a:endParaRPr lang="en-US" dirty="0"/>
          </a:p>
        </p:txBody>
      </p:sp>
      <p:sp>
        <p:nvSpPr>
          <p:cNvPr id="31746" name="Content Placeholder 2"/>
          <p:cNvSpPr>
            <a:spLocks noGrp="1" noChangeArrowheads="1"/>
          </p:cNvSpPr>
          <p:nvPr>
            <p:ph idx="1"/>
          </p:nvPr>
        </p:nvSpPr>
        <p:spPr/>
        <p:txBody>
          <a:bodyPr/>
          <a:lstStyle/>
          <a:p>
            <a:pPr marL="0" indent="0">
              <a:buFont typeface="Arial" panose="020B0604020202020204" pitchFamily="34" charset="0"/>
              <a:buNone/>
            </a:pPr>
            <a:r>
              <a:rPr lang="en-US" altLang="en-US" sz="2800" smtClean="0"/>
              <a:t>Factors that affect consumer buying power and patterns.</a:t>
            </a:r>
          </a:p>
          <a:p>
            <a:pPr lvl="1"/>
            <a:r>
              <a:rPr lang="en-US" altLang="en-US" sz="2400" smtClean="0"/>
              <a:t>Industrial economies </a:t>
            </a:r>
          </a:p>
          <a:p>
            <a:pPr lvl="1"/>
            <a:r>
              <a:rPr lang="en-US" altLang="en-US" sz="2400" smtClean="0"/>
              <a:t>Subsistence economies</a:t>
            </a:r>
          </a:p>
          <a:p>
            <a:pPr lvl="1"/>
            <a:r>
              <a:rPr lang="en-US" altLang="en-US" sz="2400" smtClean="0"/>
              <a:t>Developing economies</a:t>
            </a:r>
          </a:p>
          <a:p>
            <a:pPr marL="0" indent="0">
              <a:buFont typeface="Arial" panose="020B0604020202020204" pitchFamily="34" charset="0"/>
              <a:buNone/>
            </a:pPr>
            <a:r>
              <a:rPr lang="en-US" altLang="en-US" smtClean="0"/>
              <a:t>The Global financial Crisis 2007-2009</a:t>
            </a:r>
          </a:p>
          <a:p>
            <a:pPr marL="0" indent="0">
              <a:buFont typeface="Arial" panose="020B0604020202020204" pitchFamily="34" charset="0"/>
              <a:buNone/>
            </a:pPr>
            <a:r>
              <a:rPr lang="en-US" altLang="en-US" smtClean="0"/>
              <a:t>Changing Income distribution and Consumer Spending Power</a:t>
            </a:r>
          </a:p>
          <a:p>
            <a:pPr marL="0" indent="0">
              <a:buFont typeface="Arial" panose="020B0604020202020204" pitchFamily="34" charset="0"/>
              <a:buNone/>
            </a:pPr>
            <a:endParaRPr lang="en-US" altLang="en-US" smtClean="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2150" y="317500"/>
            <a:ext cx="8674100" cy="1501775"/>
          </a:xfrm>
        </p:spPr>
        <p:txBody>
          <a:bodyPr/>
          <a:lstStyle/>
          <a:p>
            <a:pPr>
              <a:defRPr/>
            </a:pPr>
            <a:r>
              <a:rPr lang="en-US" b="1" dirty="0">
                <a:effectLst>
                  <a:outerShdw blurRad="38100" dist="38100" dir="2700000" algn="tl">
                    <a:srgbClr val="000000"/>
                  </a:outerShdw>
                </a:effectLst>
              </a:rPr>
              <a:t>Natural Environment </a:t>
            </a:r>
            <a:endParaRPr lang="en-US" b="1" dirty="0"/>
          </a:p>
        </p:txBody>
      </p:sp>
      <p:sp>
        <p:nvSpPr>
          <p:cNvPr id="32770" name="Content Placeholder 2"/>
          <p:cNvSpPr>
            <a:spLocks noGrp="1" noChangeArrowheads="1"/>
          </p:cNvSpPr>
          <p:nvPr>
            <p:ph idx="1"/>
          </p:nvPr>
        </p:nvSpPr>
        <p:spPr/>
        <p:txBody>
          <a:bodyPr/>
          <a:lstStyle/>
          <a:p>
            <a:pPr marL="0" indent="0">
              <a:buFont typeface="Arial" panose="020B0604020202020204" pitchFamily="34" charset="0"/>
              <a:buNone/>
            </a:pPr>
            <a:r>
              <a:rPr lang="en-US" altLang="en-US" sz="2800" smtClean="0"/>
              <a:t>Natural resources needed as inputs by marketers or that are affected by marketing activities.</a:t>
            </a:r>
            <a:endParaRPr lang="en-US" altLang="en-US" smtClean="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239713" y="-15875"/>
            <a:ext cx="5091112" cy="647700"/>
          </a:xfrm>
        </p:spPr>
        <p:txBody>
          <a:bodyPr rtlCol="0">
            <a:normAutofit fontScale="90000"/>
          </a:bodyPr>
          <a:lstStyle/>
          <a:p>
            <a:pPr defTabSz="1005840" eaLnBrk="1" fontAlgn="auto" hangingPunct="1">
              <a:spcAft>
                <a:spcPts val="0"/>
              </a:spcAft>
              <a:defRPr/>
            </a:pPr>
            <a:r>
              <a:rPr lang="en-US" sz="4840"/>
              <a:t>Natural Environment</a:t>
            </a:r>
          </a:p>
        </p:txBody>
      </p:sp>
      <p:sp>
        <p:nvSpPr>
          <p:cNvPr id="33794" name="Oval 3"/>
          <p:cNvSpPr>
            <a:spLocks noChangeArrowheads="1"/>
          </p:cNvSpPr>
          <p:nvPr/>
        </p:nvSpPr>
        <p:spPr bwMode="auto">
          <a:xfrm>
            <a:off x="3429000" y="2590800"/>
            <a:ext cx="3276600" cy="2590800"/>
          </a:xfrm>
          <a:prstGeom prst="ellipse">
            <a:avLst/>
          </a:prstGeom>
          <a:gradFill rotWithShape="0">
            <a:gsLst>
              <a:gs pos="0">
                <a:srgbClr val="00279F"/>
              </a:gs>
              <a:gs pos="100000">
                <a:srgbClr val="1A3DA9"/>
              </a:gs>
            </a:gsLst>
            <a:lin ang="5400000" scaled="1"/>
          </a:gradFill>
          <a:ln>
            <a:noFill/>
          </a:ln>
          <a:extLst>
            <a:ext uri="{91240B29-F687-4F45-9708-019B960494DF}">
              <a14:hiddenLine xmlns:a14="http://schemas.microsoft.com/office/drawing/2010/main" w="12700">
                <a:solidFill>
                  <a:srgbClr val="000000"/>
                </a:solidFill>
                <a:round/>
                <a:headEnd/>
                <a:tailEnd/>
              </a14:hiddenLine>
            </a:ext>
          </a:extLst>
        </p:spPr>
        <p:txBody>
          <a:bodyPr wrap="none" lIns="90488" tIns="44450" rIns="90488" bIns="4445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lnSpc>
                <a:spcPct val="90000"/>
              </a:lnSpc>
            </a:pPr>
            <a:r>
              <a:rPr lang="en-US" altLang="en-US" sz="2800" b="1">
                <a:latin typeface="Arial" panose="020B0604020202020204" pitchFamily="34" charset="0"/>
              </a:rPr>
              <a:t>Factors </a:t>
            </a:r>
          </a:p>
          <a:p>
            <a:pPr algn="ctr" eaLnBrk="1" hangingPunct="1">
              <a:lnSpc>
                <a:spcPct val="90000"/>
              </a:lnSpc>
            </a:pPr>
            <a:r>
              <a:rPr lang="en-US" altLang="en-US" sz="2800" b="1">
                <a:latin typeface="Arial" panose="020B0604020202020204" pitchFamily="34" charset="0"/>
              </a:rPr>
              <a:t>Affecting</a:t>
            </a:r>
          </a:p>
          <a:p>
            <a:pPr algn="ctr" eaLnBrk="1" hangingPunct="1">
              <a:lnSpc>
                <a:spcPct val="90000"/>
              </a:lnSpc>
            </a:pPr>
            <a:r>
              <a:rPr lang="en-US" altLang="en-US" sz="2800" b="1">
                <a:latin typeface="Arial" panose="020B0604020202020204" pitchFamily="34" charset="0"/>
              </a:rPr>
              <a:t>the </a:t>
            </a:r>
          </a:p>
          <a:p>
            <a:pPr algn="ctr" eaLnBrk="1" hangingPunct="1">
              <a:lnSpc>
                <a:spcPct val="90000"/>
              </a:lnSpc>
            </a:pPr>
            <a:r>
              <a:rPr lang="en-US" altLang="en-US" sz="2800" b="1">
                <a:latin typeface="Arial" panose="020B0604020202020204" pitchFamily="34" charset="0"/>
              </a:rPr>
              <a:t>Natural</a:t>
            </a:r>
          </a:p>
          <a:p>
            <a:pPr algn="ctr" eaLnBrk="1" hangingPunct="1">
              <a:lnSpc>
                <a:spcPct val="90000"/>
              </a:lnSpc>
            </a:pPr>
            <a:r>
              <a:rPr lang="en-US" altLang="en-US" sz="2800" b="1">
                <a:latin typeface="Arial" panose="020B0604020202020204" pitchFamily="34" charset="0"/>
              </a:rPr>
              <a:t>Environment </a:t>
            </a:r>
          </a:p>
        </p:txBody>
      </p:sp>
      <p:sp>
        <p:nvSpPr>
          <p:cNvPr id="33795" name="Rectangle 4"/>
          <p:cNvSpPr>
            <a:spLocks noChangeArrowheads="1"/>
          </p:cNvSpPr>
          <p:nvPr/>
        </p:nvSpPr>
        <p:spPr bwMode="auto">
          <a:xfrm>
            <a:off x="3429000" y="844550"/>
            <a:ext cx="3276600" cy="1206500"/>
          </a:xfrm>
          <a:prstGeom prst="rect">
            <a:avLst/>
          </a:prstGeom>
          <a:gradFill rotWithShape="0">
            <a:gsLst>
              <a:gs pos="0">
                <a:srgbClr val="D93192"/>
              </a:gs>
              <a:gs pos="100000">
                <a:srgbClr val="E883BE"/>
              </a:gs>
            </a:gsLst>
            <a:lin ang="5400000" scaled="1"/>
          </a:gradFill>
          <a:ln w="12700">
            <a:solidFill>
              <a:srgbClr val="081D58"/>
            </a:solidFill>
            <a:miter lim="800000"/>
            <a:headEnd/>
            <a:tailEnd/>
          </a:ln>
          <a:effectLst>
            <a:outerShdw dist="107763" dir="2700000" algn="ctr" rotWithShape="0">
              <a:srgbClr val="D93192"/>
            </a:outerShdw>
          </a:effectLst>
        </p:spPr>
        <p:txBody>
          <a:bodyPr wrap="none" lIns="90488" tIns="44450" rIns="90488" bIns="4445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lnSpc>
                <a:spcPct val="90000"/>
              </a:lnSpc>
            </a:pPr>
            <a:r>
              <a:rPr lang="en-US" altLang="en-US" sz="2800" b="1">
                <a:solidFill>
                  <a:srgbClr val="081D58"/>
                </a:solidFill>
                <a:latin typeface="Arial" panose="020B0604020202020204" pitchFamily="34" charset="0"/>
              </a:rPr>
              <a:t>More Government</a:t>
            </a:r>
          </a:p>
          <a:p>
            <a:pPr algn="ctr" eaLnBrk="1" hangingPunct="1">
              <a:lnSpc>
                <a:spcPct val="90000"/>
              </a:lnSpc>
            </a:pPr>
            <a:r>
              <a:rPr lang="en-US" altLang="en-US" sz="2800" b="1">
                <a:solidFill>
                  <a:srgbClr val="081D58"/>
                </a:solidFill>
                <a:latin typeface="Arial" panose="020B0604020202020204" pitchFamily="34" charset="0"/>
              </a:rPr>
              <a:t>Intervention</a:t>
            </a:r>
          </a:p>
        </p:txBody>
      </p:sp>
      <p:sp>
        <p:nvSpPr>
          <p:cNvPr id="33796" name="Rectangle 5"/>
          <p:cNvSpPr>
            <a:spLocks noChangeArrowheads="1"/>
          </p:cNvSpPr>
          <p:nvPr/>
        </p:nvSpPr>
        <p:spPr bwMode="auto">
          <a:xfrm>
            <a:off x="7169150" y="3511550"/>
            <a:ext cx="2730500" cy="1282700"/>
          </a:xfrm>
          <a:prstGeom prst="rect">
            <a:avLst/>
          </a:prstGeom>
          <a:gradFill rotWithShape="0">
            <a:gsLst>
              <a:gs pos="0">
                <a:srgbClr val="D93192"/>
              </a:gs>
              <a:gs pos="100000">
                <a:srgbClr val="EC98C8"/>
              </a:gs>
            </a:gsLst>
            <a:lin ang="5400000" scaled="1"/>
          </a:gradFill>
          <a:ln w="12700">
            <a:solidFill>
              <a:srgbClr val="081D58"/>
            </a:solidFill>
            <a:miter lim="800000"/>
            <a:headEnd/>
            <a:tailEnd/>
          </a:ln>
          <a:effectLst>
            <a:outerShdw dist="107763" dir="2700000" algn="ctr" rotWithShape="0">
              <a:srgbClr val="D93192"/>
            </a:outerShdw>
          </a:effectLst>
        </p:spPr>
        <p:txBody>
          <a:bodyPr wrap="none" lIns="90488" tIns="44450" rIns="90488" bIns="4445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lnSpc>
                <a:spcPct val="90000"/>
              </a:lnSpc>
            </a:pPr>
            <a:r>
              <a:rPr lang="en-US" altLang="en-US" sz="2800" b="1">
                <a:solidFill>
                  <a:srgbClr val="081D58"/>
                </a:solidFill>
                <a:latin typeface="Arial" panose="020B0604020202020204" pitchFamily="34" charset="0"/>
              </a:rPr>
              <a:t>Shortages of </a:t>
            </a:r>
          </a:p>
          <a:p>
            <a:pPr algn="ctr" eaLnBrk="1" hangingPunct="1">
              <a:lnSpc>
                <a:spcPct val="90000"/>
              </a:lnSpc>
            </a:pPr>
            <a:r>
              <a:rPr lang="en-US" altLang="en-US" sz="2800" b="1">
                <a:solidFill>
                  <a:srgbClr val="081D58"/>
                </a:solidFill>
                <a:latin typeface="Arial" panose="020B0604020202020204" pitchFamily="34" charset="0"/>
              </a:rPr>
              <a:t>Raw Material</a:t>
            </a:r>
          </a:p>
        </p:txBody>
      </p:sp>
      <p:sp>
        <p:nvSpPr>
          <p:cNvPr id="33797" name="Rectangle 7"/>
          <p:cNvSpPr>
            <a:spLocks noChangeArrowheads="1"/>
          </p:cNvSpPr>
          <p:nvPr/>
        </p:nvSpPr>
        <p:spPr bwMode="auto">
          <a:xfrm>
            <a:off x="82550" y="3429000"/>
            <a:ext cx="2736850" cy="1365250"/>
          </a:xfrm>
          <a:prstGeom prst="rect">
            <a:avLst/>
          </a:prstGeom>
          <a:gradFill rotWithShape="0">
            <a:gsLst>
              <a:gs pos="0">
                <a:srgbClr val="D93192"/>
              </a:gs>
              <a:gs pos="100000">
                <a:srgbClr val="E883BE"/>
              </a:gs>
            </a:gsLst>
            <a:lin ang="5400000" scaled="1"/>
          </a:gradFill>
          <a:ln w="12700">
            <a:solidFill>
              <a:srgbClr val="081D58"/>
            </a:solidFill>
            <a:miter lim="800000"/>
            <a:headEnd/>
            <a:tailEnd/>
          </a:ln>
          <a:effectLst>
            <a:outerShdw dist="107763" dir="2700000" algn="ctr" rotWithShape="0">
              <a:srgbClr val="D93192"/>
            </a:outerShdw>
          </a:effectLst>
        </p:spPr>
        <p:txBody>
          <a:bodyPr wrap="none" lIns="90488" tIns="44450" rIns="90488" bIns="44450"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lnSpc>
                <a:spcPct val="90000"/>
              </a:lnSpc>
            </a:pPr>
            <a:r>
              <a:rPr lang="en-US" altLang="en-US" sz="2800" b="1">
                <a:solidFill>
                  <a:srgbClr val="081D58"/>
                </a:solidFill>
                <a:latin typeface="Arial" panose="020B0604020202020204" pitchFamily="34" charset="0"/>
              </a:rPr>
              <a:t>Higher Pollution</a:t>
            </a:r>
          </a:p>
          <a:p>
            <a:pPr algn="ctr" eaLnBrk="1" hangingPunct="1">
              <a:lnSpc>
                <a:spcPct val="90000"/>
              </a:lnSpc>
            </a:pPr>
            <a:r>
              <a:rPr lang="en-US" altLang="en-US" sz="2800" b="1">
                <a:solidFill>
                  <a:srgbClr val="081D58"/>
                </a:solidFill>
                <a:latin typeface="Arial" panose="020B0604020202020204" pitchFamily="34" charset="0"/>
              </a:rPr>
              <a:t>Levels</a:t>
            </a:r>
          </a:p>
        </p:txBody>
      </p:sp>
      <p:sp>
        <p:nvSpPr>
          <p:cNvPr id="33798" name="AutoShape 8"/>
          <p:cNvSpPr>
            <a:spLocks noChangeArrowheads="1"/>
          </p:cNvSpPr>
          <p:nvPr/>
        </p:nvSpPr>
        <p:spPr bwMode="auto">
          <a:xfrm flipH="1">
            <a:off x="2819400" y="3810000"/>
            <a:ext cx="609600" cy="457200"/>
          </a:xfrm>
          <a:prstGeom prst="rightArrow">
            <a:avLst>
              <a:gd name="adj1" fmla="val 75000"/>
              <a:gd name="adj2" fmla="val 66685"/>
            </a:avLst>
          </a:prstGeom>
          <a:gradFill rotWithShape="0">
            <a:gsLst>
              <a:gs pos="0">
                <a:srgbClr val="B50069"/>
              </a:gs>
              <a:gs pos="100000">
                <a:srgbClr val="36001F"/>
              </a:gs>
            </a:gsLst>
            <a:path path="rect">
              <a:fillToRect l="50000" t="50000" r="50000" b="50000"/>
            </a:path>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sz="2400">
              <a:latin typeface="Times New Roman" panose="02020603050405020304" pitchFamily="18" charset="0"/>
            </a:endParaRPr>
          </a:p>
        </p:txBody>
      </p:sp>
      <p:sp>
        <p:nvSpPr>
          <p:cNvPr id="33799" name="AutoShape 10"/>
          <p:cNvSpPr>
            <a:spLocks noChangeArrowheads="1"/>
          </p:cNvSpPr>
          <p:nvPr/>
        </p:nvSpPr>
        <p:spPr bwMode="auto">
          <a:xfrm>
            <a:off x="6553200" y="3733800"/>
            <a:ext cx="609600" cy="457200"/>
          </a:xfrm>
          <a:prstGeom prst="rightArrow">
            <a:avLst>
              <a:gd name="adj1" fmla="val 75000"/>
              <a:gd name="adj2" fmla="val 66685"/>
            </a:avLst>
          </a:prstGeom>
          <a:gradFill rotWithShape="0">
            <a:gsLst>
              <a:gs pos="0">
                <a:srgbClr val="B50069"/>
              </a:gs>
              <a:gs pos="100000">
                <a:srgbClr val="36001F"/>
              </a:gs>
            </a:gsLst>
            <a:path path="rect">
              <a:fillToRect l="50000" t="50000" r="50000" b="50000"/>
            </a:path>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sz="2400">
              <a:latin typeface="Times New Roman" panose="02020603050405020304" pitchFamily="18" charset="0"/>
            </a:endParaRPr>
          </a:p>
        </p:txBody>
      </p:sp>
      <p:sp>
        <p:nvSpPr>
          <p:cNvPr id="33800" name="AutoShape 11"/>
          <p:cNvSpPr>
            <a:spLocks noChangeArrowheads="1"/>
          </p:cNvSpPr>
          <p:nvPr/>
        </p:nvSpPr>
        <p:spPr bwMode="auto">
          <a:xfrm rot="-5400000">
            <a:off x="4724400" y="2133600"/>
            <a:ext cx="533400" cy="533400"/>
          </a:xfrm>
          <a:prstGeom prst="rightArrow">
            <a:avLst>
              <a:gd name="adj1" fmla="val 75000"/>
              <a:gd name="adj2" fmla="val 50014"/>
            </a:avLst>
          </a:prstGeom>
          <a:gradFill rotWithShape="0">
            <a:gsLst>
              <a:gs pos="0">
                <a:srgbClr val="D93192"/>
              </a:gs>
              <a:gs pos="100000">
                <a:srgbClr val="821D58"/>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eaLnBrk="1" hangingPunct="1"/>
            <a:endParaRPr lang="en-US" altLang="en-US" sz="2400">
              <a:latin typeface="Times New Roman" panose="02020603050405020304" pitchFamily="18" charset="0"/>
            </a:endParaRPr>
          </a:p>
        </p:txBody>
      </p:sp>
    </p:spTree>
  </p:cSld>
  <p:clrMapOvr>
    <a:masterClrMapping/>
  </p:clrMapOvr>
  <p:transition spd="slow">
    <p:random/>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effectLst>
                  <a:outerShdw blurRad="38100" dist="38100" dir="2700000" algn="tl">
                    <a:srgbClr val="000000"/>
                  </a:outerShdw>
                </a:effectLst>
              </a:rPr>
              <a:t>Technological</a:t>
            </a:r>
            <a:endParaRPr lang="en-US" dirty="0"/>
          </a:p>
        </p:txBody>
      </p:sp>
      <p:sp>
        <p:nvSpPr>
          <p:cNvPr id="35842" name="Content Placeholder 2"/>
          <p:cNvSpPr>
            <a:spLocks noGrp="1" noChangeArrowheads="1"/>
          </p:cNvSpPr>
          <p:nvPr>
            <p:ph idx="1"/>
          </p:nvPr>
        </p:nvSpPr>
        <p:spPr/>
        <p:txBody>
          <a:bodyPr/>
          <a:lstStyle/>
          <a:p>
            <a:r>
              <a:rPr lang="en-US" altLang="en-US" smtClean="0"/>
              <a:t>The most dramatic force now shaping our destiny.  It create new product and market opportunities.</a:t>
            </a:r>
          </a:p>
          <a:p>
            <a:r>
              <a:rPr lang="en-US" altLang="en-US" smtClean="0"/>
              <a:t>Every new technology replace the old technology</a:t>
            </a:r>
          </a:p>
          <a:p>
            <a:endParaRPr lang="en-US" altLang="en-US" smtClean="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p:cNvSpPr>
            <a:spLocks noGrp="1" noChangeArrowheads="1"/>
          </p:cNvSpPr>
          <p:nvPr>
            <p:ph type="title"/>
          </p:nvPr>
        </p:nvSpPr>
        <p:spPr>
          <a:xfrm>
            <a:off x="239713" y="-61913"/>
            <a:ext cx="7426325" cy="708026"/>
          </a:xfrm>
          <a:effectLst>
            <a:outerShdw dist="107763" dir="2700000" algn="ctr" rotWithShape="0">
              <a:schemeClr val="bg2"/>
            </a:outerShdw>
          </a:effectLst>
        </p:spPr>
        <p:txBody>
          <a:bodyPr/>
          <a:lstStyle/>
          <a:p>
            <a:pPr eaLnBrk="1" hangingPunct="1"/>
            <a:r>
              <a:rPr lang="en-US" altLang="en-US" sz="4400" smtClean="0"/>
              <a:t>Technological Environment</a:t>
            </a:r>
          </a:p>
        </p:txBody>
      </p:sp>
      <p:grpSp>
        <p:nvGrpSpPr>
          <p:cNvPr id="36866" name="Group 9"/>
          <p:cNvGrpSpPr>
            <a:grpSpLocks/>
          </p:cNvGrpSpPr>
          <p:nvPr/>
        </p:nvGrpSpPr>
        <p:grpSpPr bwMode="auto">
          <a:xfrm>
            <a:off x="6465888" y="2286000"/>
            <a:ext cx="1981200" cy="749300"/>
            <a:chOff x="4073" y="1440"/>
            <a:chExt cx="1248" cy="472"/>
          </a:xfrm>
        </p:grpSpPr>
        <p:grpSp>
          <p:nvGrpSpPr>
            <p:cNvPr id="36886" name="Group 6"/>
            <p:cNvGrpSpPr>
              <a:grpSpLocks/>
            </p:cNvGrpSpPr>
            <p:nvPr/>
          </p:nvGrpSpPr>
          <p:grpSpPr bwMode="auto">
            <a:xfrm>
              <a:off x="4073" y="1442"/>
              <a:ext cx="1248" cy="470"/>
              <a:chOff x="4073" y="1442"/>
              <a:chExt cx="1248" cy="470"/>
            </a:xfrm>
          </p:grpSpPr>
          <p:sp>
            <p:nvSpPr>
              <p:cNvPr id="36889" name="Freeform 3"/>
              <p:cNvSpPr>
                <a:spLocks/>
              </p:cNvSpPr>
              <p:nvPr/>
            </p:nvSpPr>
            <p:spPr bwMode="auto">
              <a:xfrm>
                <a:off x="4073" y="1531"/>
                <a:ext cx="774" cy="313"/>
              </a:xfrm>
              <a:custGeom>
                <a:avLst/>
                <a:gdLst>
                  <a:gd name="T0" fmla="*/ 0 w 774"/>
                  <a:gd name="T1" fmla="*/ 312 h 313"/>
                  <a:gd name="T2" fmla="*/ 773 w 774"/>
                  <a:gd name="T3" fmla="*/ 67 h 313"/>
                  <a:gd name="T4" fmla="*/ 773 w 774"/>
                  <a:gd name="T5" fmla="*/ 0 h 313"/>
                  <a:gd name="T6" fmla="*/ 0 w 774"/>
                  <a:gd name="T7" fmla="*/ 245 h 313"/>
                  <a:gd name="T8" fmla="*/ 0 w 774"/>
                  <a:gd name="T9" fmla="*/ 312 h 313"/>
                  <a:gd name="T10" fmla="*/ 0 60000 65536"/>
                  <a:gd name="T11" fmla="*/ 0 60000 65536"/>
                  <a:gd name="T12" fmla="*/ 0 60000 65536"/>
                  <a:gd name="T13" fmla="*/ 0 60000 65536"/>
                  <a:gd name="T14" fmla="*/ 0 60000 65536"/>
                  <a:gd name="T15" fmla="*/ 0 w 774"/>
                  <a:gd name="T16" fmla="*/ 0 h 313"/>
                  <a:gd name="T17" fmla="*/ 774 w 774"/>
                  <a:gd name="T18" fmla="*/ 313 h 313"/>
                </a:gdLst>
                <a:ahLst/>
                <a:cxnLst>
                  <a:cxn ang="T10">
                    <a:pos x="T0" y="T1"/>
                  </a:cxn>
                  <a:cxn ang="T11">
                    <a:pos x="T2" y="T3"/>
                  </a:cxn>
                  <a:cxn ang="T12">
                    <a:pos x="T4" y="T5"/>
                  </a:cxn>
                  <a:cxn ang="T13">
                    <a:pos x="T6" y="T7"/>
                  </a:cxn>
                  <a:cxn ang="T14">
                    <a:pos x="T8" y="T9"/>
                  </a:cxn>
                </a:cxnLst>
                <a:rect l="T15" t="T16" r="T17" b="T18"/>
                <a:pathLst>
                  <a:path w="774" h="313">
                    <a:moveTo>
                      <a:pt x="0" y="312"/>
                    </a:moveTo>
                    <a:lnTo>
                      <a:pt x="773" y="67"/>
                    </a:lnTo>
                    <a:lnTo>
                      <a:pt x="773" y="0"/>
                    </a:lnTo>
                    <a:lnTo>
                      <a:pt x="0" y="245"/>
                    </a:lnTo>
                    <a:lnTo>
                      <a:pt x="0" y="312"/>
                    </a:lnTo>
                  </a:path>
                </a:pathLst>
              </a:custGeom>
              <a:solidFill>
                <a:srgbClr val="FEFF72"/>
              </a:solidFill>
              <a:ln w="12700" cap="rnd" cmpd="sng">
                <a:solidFill>
                  <a:srgbClr val="000000"/>
                </a:solidFill>
                <a:prstDash val="solid"/>
                <a:round/>
                <a:headEnd type="none" w="med" len="med"/>
                <a:tailEnd type="none" w="med" len="med"/>
              </a:ln>
            </p:spPr>
            <p:txBody>
              <a:bodyPr/>
              <a:lstStyle/>
              <a:p>
                <a:endParaRPr lang="en-US"/>
              </a:p>
            </p:txBody>
          </p:sp>
          <p:sp>
            <p:nvSpPr>
              <p:cNvPr id="36890" name="Freeform 4"/>
              <p:cNvSpPr>
                <a:spLocks/>
              </p:cNvSpPr>
              <p:nvPr/>
            </p:nvSpPr>
            <p:spPr bwMode="auto">
              <a:xfrm>
                <a:off x="4073" y="1510"/>
                <a:ext cx="1248" cy="402"/>
              </a:xfrm>
              <a:custGeom>
                <a:avLst/>
                <a:gdLst>
                  <a:gd name="T0" fmla="*/ 0 w 1248"/>
                  <a:gd name="T1" fmla="*/ 334 h 402"/>
                  <a:gd name="T2" fmla="*/ 301 w 1248"/>
                  <a:gd name="T3" fmla="*/ 401 h 402"/>
                  <a:gd name="T4" fmla="*/ 1033 w 1248"/>
                  <a:gd name="T5" fmla="*/ 178 h 402"/>
                  <a:gd name="T6" fmla="*/ 1247 w 1248"/>
                  <a:gd name="T7" fmla="*/ 245 h 402"/>
                  <a:gd name="T8" fmla="*/ 1247 w 1248"/>
                  <a:gd name="T9" fmla="*/ 45 h 402"/>
                  <a:gd name="T10" fmla="*/ 517 w 1248"/>
                  <a:gd name="T11" fmla="*/ 0 h 402"/>
                  <a:gd name="T12" fmla="*/ 774 w 1248"/>
                  <a:gd name="T13" fmla="*/ 89 h 402"/>
                  <a:gd name="T14" fmla="*/ 0 w 1248"/>
                  <a:gd name="T15" fmla="*/ 334 h 402"/>
                  <a:gd name="T16" fmla="*/ 0 60000 65536"/>
                  <a:gd name="T17" fmla="*/ 0 60000 65536"/>
                  <a:gd name="T18" fmla="*/ 0 60000 65536"/>
                  <a:gd name="T19" fmla="*/ 0 60000 65536"/>
                  <a:gd name="T20" fmla="*/ 0 60000 65536"/>
                  <a:gd name="T21" fmla="*/ 0 60000 65536"/>
                  <a:gd name="T22" fmla="*/ 0 60000 65536"/>
                  <a:gd name="T23" fmla="*/ 0 60000 65536"/>
                  <a:gd name="T24" fmla="*/ 0 w 1248"/>
                  <a:gd name="T25" fmla="*/ 0 h 402"/>
                  <a:gd name="T26" fmla="*/ 1248 w 1248"/>
                  <a:gd name="T27" fmla="*/ 402 h 40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248" h="402">
                    <a:moveTo>
                      <a:pt x="0" y="334"/>
                    </a:moveTo>
                    <a:lnTo>
                      <a:pt x="301" y="401"/>
                    </a:lnTo>
                    <a:lnTo>
                      <a:pt x="1033" y="178"/>
                    </a:lnTo>
                    <a:lnTo>
                      <a:pt x="1247" y="245"/>
                    </a:lnTo>
                    <a:lnTo>
                      <a:pt x="1247" y="45"/>
                    </a:lnTo>
                    <a:lnTo>
                      <a:pt x="517" y="0"/>
                    </a:lnTo>
                    <a:lnTo>
                      <a:pt x="774" y="89"/>
                    </a:lnTo>
                    <a:lnTo>
                      <a:pt x="0" y="334"/>
                    </a:lnTo>
                  </a:path>
                </a:pathLst>
              </a:custGeom>
              <a:solidFill>
                <a:srgbClr val="FEFF72"/>
              </a:solidFill>
              <a:ln w="12700" cap="rnd" cmpd="sng">
                <a:solidFill>
                  <a:srgbClr val="000000"/>
                </a:solidFill>
                <a:prstDash val="solid"/>
                <a:round/>
                <a:headEnd type="none" w="med" len="med"/>
                <a:tailEnd type="none" w="med" len="med"/>
              </a:ln>
            </p:spPr>
            <p:txBody>
              <a:bodyPr/>
              <a:lstStyle/>
              <a:p>
                <a:endParaRPr lang="en-US"/>
              </a:p>
            </p:txBody>
          </p:sp>
          <p:sp>
            <p:nvSpPr>
              <p:cNvPr id="36891" name="Freeform 5"/>
              <p:cNvSpPr>
                <a:spLocks/>
              </p:cNvSpPr>
              <p:nvPr/>
            </p:nvSpPr>
            <p:spPr bwMode="auto">
              <a:xfrm>
                <a:off x="4589" y="1442"/>
                <a:ext cx="732" cy="113"/>
              </a:xfrm>
              <a:custGeom>
                <a:avLst/>
                <a:gdLst>
                  <a:gd name="T0" fmla="*/ 0 w 732"/>
                  <a:gd name="T1" fmla="*/ 67 h 113"/>
                  <a:gd name="T2" fmla="*/ 731 w 732"/>
                  <a:gd name="T3" fmla="*/ 112 h 113"/>
                  <a:gd name="T4" fmla="*/ 731 w 732"/>
                  <a:gd name="T5" fmla="*/ 45 h 113"/>
                  <a:gd name="T6" fmla="*/ 0 w 732"/>
                  <a:gd name="T7" fmla="*/ 0 h 113"/>
                  <a:gd name="T8" fmla="*/ 0 w 732"/>
                  <a:gd name="T9" fmla="*/ 67 h 113"/>
                  <a:gd name="T10" fmla="*/ 0 60000 65536"/>
                  <a:gd name="T11" fmla="*/ 0 60000 65536"/>
                  <a:gd name="T12" fmla="*/ 0 60000 65536"/>
                  <a:gd name="T13" fmla="*/ 0 60000 65536"/>
                  <a:gd name="T14" fmla="*/ 0 60000 65536"/>
                  <a:gd name="T15" fmla="*/ 0 w 732"/>
                  <a:gd name="T16" fmla="*/ 0 h 113"/>
                  <a:gd name="T17" fmla="*/ 732 w 732"/>
                  <a:gd name="T18" fmla="*/ 113 h 113"/>
                </a:gdLst>
                <a:ahLst/>
                <a:cxnLst>
                  <a:cxn ang="T10">
                    <a:pos x="T0" y="T1"/>
                  </a:cxn>
                  <a:cxn ang="T11">
                    <a:pos x="T2" y="T3"/>
                  </a:cxn>
                  <a:cxn ang="T12">
                    <a:pos x="T4" y="T5"/>
                  </a:cxn>
                  <a:cxn ang="T13">
                    <a:pos x="T6" y="T7"/>
                  </a:cxn>
                  <a:cxn ang="T14">
                    <a:pos x="T8" y="T9"/>
                  </a:cxn>
                </a:cxnLst>
                <a:rect l="T15" t="T16" r="T17" b="T18"/>
                <a:pathLst>
                  <a:path w="732" h="113">
                    <a:moveTo>
                      <a:pt x="0" y="67"/>
                    </a:moveTo>
                    <a:lnTo>
                      <a:pt x="731" y="112"/>
                    </a:lnTo>
                    <a:lnTo>
                      <a:pt x="731" y="45"/>
                    </a:lnTo>
                    <a:lnTo>
                      <a:pt x="0" y="0"/>
                    </a:lnTo>
                    <a:lnTo>
                      <a:pt x="0" y="67"/>
                    </a:lnTo>
                  </a:path>
                </a:pathLst>
              </a:custGeom>
              <a:solidFill>
                <a:srgbClr val="FEFF72"/>
              </a:solidFill>
              <a:ln w="12700" cap="rnd" cmpd="sng">
                <a:solidFill>
                  <a:srgbClr val="000000"/>
                </a:solidFill>
                <a:prstDash val="solid"/>
                <a:round/>
                <a:headEnd type="none" w="med" len="med"/>
                <a:tailEnd type="none" w="med" len="med"/>
              </a:ln>
            </p:spPr>
            <p:txBody>
              <a:bodyPr/>
              <a:lstStyle/>
              <a:p>
                <a:endParaRPr lang="en-US"/>
              </a:p>
            </p:txBody>
          </p:sp>
        </p:grpSp>
        <p:sp>
          <p:nvSpPr>
            <p:cNvPr id="36887" name="Freeform 7"/>
            <p:cNvSpPr>
              <a:spLocks/>
            </p:cNvSpPr>
            <p:nvPr/>
          </p:nvSpPr>
          <p:spPr bwMode="auto">
            <a:xfrm>
              <a:off x="4078" y="1566"/>
              <a:ext cx="776" cy="272"/>
            </a:xfrm>
            <a:custGeom>
              <a:avLst/>
              <a:gdLst>
                <a:gd name="T0" fmla="*/ 11 w 776"/>
                <a:gd name="T1" fmla="*/ 271 h 272"/>
                <a:gd name="T2" fmla="*/ 775 w 776"/>
                <a:gd name="T3" fmla="*/ 35 h 272"/>
                <a:gd name="T4" fmla="*/ 675 w 776"/>
                <a:gd name="T5" fmla="*/ 0 h 272"/>
                <a:gd name="T6" fmla="*/ 0 w 776"/>
                <a:gd name="T7" fmla="*/ 202 h 272"/>
                <a:gd name="T8" fmla="*/ 11 w 776"/>
                <a:gd name="T9" fmla="*/ 271 h 272"/>
                <a:gd name="T10" fmla="*/ 0 60000 65536"/>
                <a:gd name="T11" fmla="*/ 0 60000 65536"/>
                <a:gd name="T12" fmla="*/ 0 60000 65536"/>
                <a:gd name="T13" fmla="*/ 0 60000 65536"/>
                <a:gd name="T14" fmla="*/ 0 60000 65536"/>
                <a:gd name="T15" fmla="*/ 0 w 776"/>
                <a:gd name="T16" fmla="*/ 0 h 272"/>
                <a:gd name="T17" fmla="*/ 776 w 776"/>
                <a:gd name="T18" fmla="*/ 272 h 272"/>
              </a:gdLst>
              <a:ahLst/>
              <a:cxnLst>
                <a:cxn ang="T10">
                  <a:pos x="T0" y="T1"/>
                </a:cxn>
                <a:cxn ang="T11">
                  <a:pos x="T2" y="T3"/>
                </a:cxn>
                <a:cxn ang="T12">
                  <a:pos x="T4" y="T5"/>
                </a:cxn>
                <a:cxn ang="T13">
                  <a:pos x="T6" y="T7"/>
                </a:cxn>
                <a:cxn ang="T14">
                  <a:pos x="T8" y="T9"/>
                </a:cxn>
              </a:cxnLst>
              <a:rect l="T15" t="T16" r="T17" b="T18"/>
              <a:pathLst>
                <a:path w="776" h="272">
                  <a:moveTo>
                    <a:pt x="11" y="271"/>
                  </a:moveTo>
                  <a:lnTo>
                    <a:pt x="775" y="35"/>
                  </a:lnTo>
                  <a:lnTo>
                    <a:pt x="675" y="0"/>
                  </a:lnTo>
                  <a:lnTo>
                    <a:pt x="0" y="202"/>
                  </a:lnTo>
                  <a:lnTo>
                    <a:pt x="11" y="271"/>
                  </a:lnTo>
                </a:path>
              </a:pathLst>
            </a:custGeom>
            <a:solidFill>
              <a:schemeClr val="bg2"/>
            </a:solidFill>
            <a:ln w="12700" cap="rnd" cmpd="sng">
              <a:solidFill>
                <a:srgbClr val="000000"/>
              </a:solidFill>
              <a:prstDash val="solid"/>
              <a:round/>
              <a:headEnd type="none" w="med" len="med"/>
              <a:tailEnd type="none" w="med" len="med"/>
            </a:ln>
          </p:spPr>
          <p:txBody>
            <a:bodyPr/>
            <a:lstStyle/>
            <a:p>
              <a:endParaRPr lang="en-US"/>
            </a:p>
          </p:txBody>
        </p:sp>
        <p:sp>
          <p:nvSpPr>
            <p:cNvPr id="36888" name="Freeform 8"/>
            <p:cNvSpPr>
              <a:spLocks/>
            </p:cNvSpPr>
            <p:nvPr/>
          </p:nvSpPr>
          <p:spPr bwMode="auto">
            <a:xfrm>
              <a:off x="4598" y="1440"/>
              <a:ext cx="721" cy="122"/>
            </a:xfrm>
            <a:custGeom>
              <a:avLst/>
              <a:gdLst>
                <a:gd name="T0" fmla="*/ 0 w 721"/>
                <a:gd name="T1" fmla="*/ 69 h 122"/>
                <a:gd name="T2" fmla="*/ 0 w 721"/>
                <a:gd name="T3" fmla="*/ 0 h 122"/>
                <a:gd name="T4" fmla="*/ 720 w 721"/>
                <a:gd name="T5" fmla="*/ 46 h 122"/>
                <a:gd name="T6" fmla="*/ 720 w 721"/>
                <a:gd name="T7" fmla="*/ 121 h 122"/>
                <a:gd name="T8" fmla="*/ 0 w 721"/>
                <a:gd name="T9" fmla="*/ 69 h 122"/>
                <a:gd name="T10" fmla="*/ 0 60000 65536"/>
                <a:gd name="T11" fmla="*/ 0 60000 65536"/>
                <a:gd name="T12" fmla="*/ 0 60000 65536"/>
                <a:gd name="T13" fmla="*/ 0 60000 65536"/>
                <a:gd name="T14" fmla="*/ 0 60000 65536"/>
                <a:gd name="T15" fmla="*/ 0 w 721"/>
                <a:gd name="T16" fmla="*/ 0 h 122"/>
                <a:gd name="T17" fmla="*/ 721 w 721"/>
                <a:gd name="T18" fmla="*/ 122 h 122"/>
              </a:gdLst>
              <a:ahLst/>
              <a:cxnLst>
                <a:cxn ang="T10">
                  <a:pos x="T0" y="T1"/>
                </a:cxn>
                <a:cxn ang="T11">
                  <a:pos x="T2" y="T3"/>
                </a:cxn>
                <a:cxn ang="T12">
                  <a:pos x="T4" y="T5"/>
                </a:cxn>
                <a:cxn ang="T13">
                  <a:pos x="T6" y="T7"/>
                </a:cxn>
                <a:cxn ang="T14">
                  <a:pos x="T8" y="T9"/>
                </a:cxn>
              </a:cxnLst>
              <a:rect l="T15" t="T16" r="T17" b="T18"/>
              <a:pathLst>
                <a:path w="721" h="122">
                  <a:moveTo>
                    <a:pt x="0" y="69"/>
                  </a:moveTo>
                  <a:lnTo>
                    <a:pt x="0" y="0"/>
                  </a:lnTo>
                  <a:lnTo>
                    <a:pt x="720" y="46"/>
                  </a:lnTo>
                  <a:lnTo>
                    <a:pt x="720" y="121"/>
                  </a:lnTo>
                  <a:lnTo>
                    <a:pt x="0" y="69"/>
                  </a:lnTo>
                </a:path>
              </a:pathLst>
            </a:custGeom>
            <a:solidFill>
              <a:schemeClr val="bg2"/>
            </a:solidFill>
            <a:ln w="12700" cap="rnd" cmpd="sng">
              <a:solidFill>
                <a:srgbClr val="000000"/>
              </a:solidFill>
              <a:prstDash val="solid"/>
              <a:round/>
              <a:headEnd type="none" w="med" len="med"/>
              <a:tailEnd type="none" w="med" len="med"/>
            </a:ln>
          </p:spPr>
          <p:txBody>
            <a:bodyPr/>
            <a:lstStyle/>
            <a:p>
              <a:endParaRPr lang="en-US"/>
            </a:p>
          </p:txBody>
        </p:sp>
      </p:grpSp>
      <p:grpSp>
        <p:nvGrpSpPr>
          <p:cNvPr id="36867" name="Group 16"/>
          <p:cNvGrpSpPr>
            <a:grpSpLocks/>
          </p:cNvGrpSpPr>
          <p:nvPr/>
        </p:nvGrpSpPr>
        <p:grpSpPr bwMode="auto">
          <a:xfrm>
            <a:off x="1622425" y="2286000"/>
            <a:ext cx="1982788" cy="720725"/>
            <a:chOff x="1022" y="1440"/>
            <a:chExt cx="1249" cy="454"/>
          </a:xfrm>
        </p:grpSpPr>
        <p:grpSp>
          <p:nvGrpSpPr>
            <p:cNvPr id="36880" name="Group 13"/>
            <p:cNvGrpSpPr>
              <a:grpSpLocks/>
            </p:cNvGrpSpPr>
            <p:nvPr/>
          </p:nvGrpSpPr>
          <p:grpSpPr bwMode="auto">
            <a:xfrm>
              <a:off x="1022" y="1443"/>
              <a:ext cx="1249" cy="451"/>
              <a:chOff x="1022" y="1443"/>
              <a:chExt cx="1249" cy="451"/>
            </a:xfrm>
          </p:grpSpPr>
          <p:sp>
            <p:nvSpPr>
              <p:cNvPr id="36883" name="Freeform 10"/>
              <p:cNvSpPr>
                <a:spLocks/>
              </p:cNvSpPr>
              <p:nvPr/>
            </p:nvSpPr>
            <p:spPr bwMode="auto">
              <a:xfrm>
                <a:off x="1496" y="1528"/>
                <a:ext cx="775" cy="302"/>
              </a:xfrm>
              <a:custGeom>
                <a:avLst/>
                <a:gdLst>
                  <a:gd name="T0" fmla="*/ 774 w 775"/>
                  <a:gd name="T1" fmla="*/ 301 h 302"/>
                  <a:gd name="T2" fmla="*/ 0 w 775"/>
                  <a:gd name="T3" fmla="*/ 65 h 302"/>
                  <a:gd name="T4" fmla="*/ 0 w 775"/>
                  <a:gd name="T5" fmla="*/ 0 h 302"/>
                  <a:gd name="T6" fmla="*/ 774 w 775"/>
                  <a:gd name="T7" fmla="*/ 237 h 302"/>
                  <a:gd name="T8" fmla="*/ 774 w 775"/>
                  <a:gd name="T9" fmla="*/ 301 h 302"/>
                  <a:gd name="T10" fmla="*/ 0 60000 65536"/>
                  <a:gd name="T11" fmla="*/ 0 60000 65536"/>
                  <a:gd name="T12" fmla="*/ 0 60000 65536"/>
                  <a:gd name="T13" fmla="*/ 0 60000 65536"/>
                  <a:gd name="T14" fmla="*/ 0 60000 65536"/>
                  <a:gd name="T15" fmla="*/ 0 w 775"/>
                  <a:gd name="T16" fmla="*/ 0 h 302"/>
                  <a:gd name="T17" fmla="*/ 775 w 775"/>
                  <a:gd name="T18" fmla="*/ 302 h 302"/>
                </a:gdLst>
                <a:ahLst/>
                <a:cxnLst>
                  <a:cxn ang="T10">
                    <a:pos x="T0" y="T1"/>
                  </a:cxn>
                  <a:cxn ang="T11">
                    <a:pos x="T2" y="T3"/>
                  </a:cxn>
                  <a:cxn ang="T12">
                    <a:pos x="T4" y="T5"/>
                  </a:cxn>
                  <a:cxn ang="T13">
                    <a:pos x="T6" y="T7"/>
                  </a:cxn>
                  <a:cxn ang="T14">
                    <a:pos x="T8" y="T9"/>
                  </a:cxn>
                </a:cxnLst>
                <a:rect l="T15" t="T16" r="T17" b="T18"/>
                <a:pathLst>
                  <a:path w="775" h="302">
                    <a:moveTo>
                      <a:pt x="774" y="301"/>
                    </a:moveTo>
                    <a:lnTo>
                      <a:pt x="0" y="65"/>
                    </a:lnTo>
                    <a:lnTo>
                      <a:pt x="0" y="0"/>
                    </a:lnTo>
                    <a:lnTo>
                      <a:pt x="774" y="237"/>
                    </a:lnTo>
                    <a:lnTo>
                      <a:pt x="774" y="301"/>
                    </a:lnTo>
                  </a:path>
                </a:pathLst>
              </a:custGeom>
              <a:solidFill>
                <a:srgbClr val="FEFF72"/>
              </a:solidFill>
              <a:ln w="12700" cap="rnd" cmpd="sng">
                <a:solidFill>
                  <a:srgbClr val="000000"/>
                </a:solidFill>
                <a:prstDash val="solid"/>
                <a:round/>
                <a:headEnd type="none" w="med" len="med"/>
                <a:tailEnd type="none" w="med" len="med"/>
              </a:ln>
            </p:spPr>
            <p:txBody>
              <a:bodyPr/>
              <a:lstStyle/>
              <a:p>
                <a:endParaRPr lang="en-US"/>
              </a:p>
            </p:txBody>
          </p:sp>
          <p:sp>
            <p:nvSpPr>
              <p:cNvPr id="36884" name="Freeform 11"/>
              <p:cNvSpPr>
                <a:spLocks/>
              </p:cNvSpPr>
              <p:nvPr/>
            </p:nvSpPr>
            <p:spPr bwMode="auto">
              <a:xfrm>
                <a:off x="1022" y="1508"/>
                <a:ext cx="1249" cy="386"/>
              </a:xfrm>
              <a:custGeom>
                <a:avLst/>
                <a:gdLst>
                  <a:gd name="T0" fmla="*/ 1248 w 1249"/>
                  <a:gd name="T1" fmla="*/ 321 h 386"/>
                  <a:gd name="T2" fmla="*/ 946 w 1249"/>
                  <a:gd name="T3" fmla="*/ 385 h 386"/>
                  <a:gd name="T4" fmla="*/ 215 w 1249"/>
                  <a:gd name="T5" fmla="*/ 171 h 386"/>
                  <a:gd name="T6" fmla="*/ 0 w 1249"/>
                  <a:gd name="T7" fmla="*/ 235 h 386"/>
                  <a:gd name="T8" fmla="*/ 0 w 1249"/>
                  <a:gd name="T9" fmla="*/ 43 h 386"/>
                  <a:gd name="T10" fmla="*/ 731 w 1249"/>
                  <a:gd name="T11" fmla="*/ 0 h 386"/>
                  <a:gd name="T12" fmla="*/ 473 w 1249"/>
                  <a:gd name="T13" fmla="*/ 86 h 386"/>
                  <a:gd name="T14" fmla="*/ 1248 w 1249"/>
                  <a:gd name="T15" fmla="*/ 321 h 386"/>
                  <a:gd name="T16" fmla="*/ 0 60000 65536"/>
                  <a:gd name="T17" fmla="*/ 0 60000 65536"/>
                  <a:gd name="T18" fmla="*/ 0 60000 65536"/>
                  <a:gd name="T19" fmla="*/ 0 60000 65536"/>
                  <a:gd name="T20" fmla="*/ 0 60000 65536"/>
                  <a:gd name="T21" fmla="*/ 0 60000 65536"/>
                  <a:gd name="T22" fmla="*/ 0 60000 65536"/>
                  <a:gd name="T23" fmla="*/ 0 60000 65536"/>
                  <a:gd name="T24" fmla="*/ 0 w 1249"/>
                  <a:gd name="T25" fmla="*/ 0 h 386"/>
                  <a:gd name="T26" fmla="*/ 1249 w 1249"/>
                  <a:gd name="T27" fmla="*/ 386 h 38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249" h="386">
                    <a:moveTo>
                      <a:pt x="1248" y="321"/>
                    </a:moveTo>
                    <a:lnTo>
                      <a:pt x="946" y="385"/>
                    </a:lnTo>
                    <a:lnTo>
                      <a:pt x="215" y="171"/>
                    </a:lnTo>
                    <a:lnTo>
                      <a:pt x="0" y="235"/>
                    </a:lnTo>
                    <a:lnTo>
                      <a:pt x="0" y="43"/>
                    </a:lnTo>
                    <a:lnTo>
                      <a:pt x="731" y="0"/>
                    </a:lnTo>
                    <a:lnTo>
                      <a:pt x="473" y="86"/>
                    </a:lnTo>
                    <a:lnTo>
                      <a:pt x="1248" y="321"/>
                    </a:lnTo>
                  </a:path>
                </a:pathLst>
              </a:custGeom>
              <a:solidFill>
                <a:srgbClr val="FEFF72"/>
              </a:solidFill>
              <a:ln w="12700" cap="rnd" cmpd="sng">
                <a:solidFill>
                  <a:srgbClr val="000000"/>
                </a:solidFill>
                <a:prstDash val="solid"/>
                <a:round/>
                <a:headEnd type="none" w="med" len="med"/>
                <a:tailEnd type="none" w="med" len="med"/>
              </a:ln>
            </p:spPr>
            <p:txBody>
              <a:bodyPr/>
              <a:lstStyle/>
              <a:p>
                <a:endParaRPr lang="en-US"/>
              </a:p>
            </p:txBody>
          </p:sp>
          <p:sp>
            <p:nvSpPr>
              <p:cNvPr id="36885" name="Freeform 12"/>
              <p:cNvSpPr>
                <a:spLocks/>
              </p:cNvSpPr>
              <p:nvPr/>
            </p:nvSpPr>
            <p:spPr bwMode="auto">
              <a:xfrm>
                <a:off x="1022" y="1443"/>
                <a:ext cx="733" cy="108"/>
              </a:xfrm>
              <a:custGeom>
                <a:avLst/>
                <a:gdLst>
                  <a:gd name="T0" fmla="*/ 732 w 733"/>
                  <a:gd name="T1" fmla="*/ 64 h 108"/>
                  <a:gd name="T2" fmla="*/ 0 w 733"/>
                  <a:gd name="T3" fmla="*/ 107 h 108"/>
                  <a:gd name="T4" fmla="*/ 0 w 733"/>
                  <a:gd name="T5" fmla="*/ 43 h 108"/>
                  <a:gd name="T6" fmla="*/ 732 w 733"/>
                  <a:gd name="T7" fmla="*/ 0 h 108"/>
                  <a:gd name="T8" fmla="*/ 732 w 733"/>
                  <a:gd name="T9" fmla="*/ 64 h 108"/>
                  <a:gd name="T10" fmla="*/ 0 60000 65536"/>
                  <a:gd name="T11" fmla="*/ 0 60000 65536"/>
                  <a:gd name="T12" fmla="*/ 0 60000 65536"/>
                  <a:gd name="T13" fmla="*/ 0 60000 65536"/>
                  <a:gd name="T14" fmla="*/ 0 60000 65536"/>
                  <a:gd name="T15" fmla="*/ 0 w 733"/>
                  <a:gd name="T16" fmla="*/ 0 h 108"/>
                  <a:gd name="T17" fmla="*/ 733 w 733"/>
                  <a:gd name="T18" fmla="*/ 108 h 108"/>
                </a:gdLst>
                <a:ahLst/>
                <a:cxnLst>
                  <a:cxn ang="T10">
                    <a:pos x="T0" y="T1"/>
                  </a:cxn>
                  <a:cxn ang="T11">
                    <a:pos x="T2" y="T3"/>
                  </a:cxn>
                  <a:cxn ang="T12">
                    <a:pos x="T4" y="T5"/>
                  </a:cxn>
                  <a:cxn ang="T13">
                    <a:pos x="T6" y="T7"/>
                  </a:cxn>
                  <a:cxn ang="T14">
                    <a:pos x="T8" y="T9"/>
                  </a:cxn>
                </a:cxnLst>
                <a:rect l="T15" t="T16" r="T17" b="T18"/>
                <a:pathLst>
                  <a:path w="733" h="108">
                    <a:moveTo>
                      <a:pt x="732" y="64"/>
                    </a:moveTo>
                    <a:lnTo>
                      <a:pt x="0" y="107"/>
                    </a:lnTo>
                    <a:lnTo>
                      <a:pt x="0" y="43"/>
                    </a:lnTo>
                    <a:lnTo>
                      <a:pt x="732" y="0"/>
                    </a:lnTo>
                    <a:lnTo>
                      <a:pt x="732" y="64"/>
                    </a:lnTo>
                  </a:path>
                </a:pathLst>
              </a:custGeom>
              <a:solidFill>
                <a:srgbClr val="FEFF72"/>
              </a:solidFill>
              <a:ln w="12700" cap="rnd" cmpd="sng">
                <a:solidFill>
                  <a:srgbClr val="000000"/>
                </a:solidFill>
                <a:prstDash val="solid"/>
                <a:round/>
                <a:headEnd type="none" w="med" len="med"/>
                <a:tailEnd type="none" w="med" len="med"/>
              </a:ln>
            </p:spPr>
            <p:txBody>
              <a:bodyPr/>
              <a:lstStyle/>
              <a:p>
                <a:endParaRPr lang="en-US"/>
              </a:p>
            </p:txBody>
          </p:sp>
        </p:grpSp>
        <p:sp>
          <p:nvSpPr>
            <p:cNvPr id="36881" name="Freeform 14"/>
            <p:cNvSpPr>
              <a:spLocks/>
            </p:cNvSpPr>
            <p:nvPr/>
          </p:nvSpPr>
          <p:spPr bwMode="auto">
            <a:xfrm>
              <a:off x="1490" y="1562"/>
              <a:ext cx="776" cy="261"/>
            </a:xfrm>
            <a:custGeom>
              <a:avLst/>
              <a:gdLst>
                <a:gd name="T0" fmla="*/ 764 w 776"/>
                <a:gd name="T1" fmla="*/ 260 h 261"/>
                <a:gd name="T2" fmla="*/ 0 w 776"/>
                <a:gd name="T3" fmla="*/ 33 h 261"/>
                <a:gd name="T4" fmla="*/ 100 w 776"/>
                <a:gd name="T5" fmla="*/ 0 h 261"/>
                <a:gd name="T6" fmla="*/ 775 w 776"/>
                <a:gd name="T7" fmla="*/ 194 h 261"/>
                <a:gd name="T8" fmla="*/ 764 w 776"/>
                <a:gd name="T9" fmla="*/ 260 h 261"/>
                <a:gd name="T10" fmla="*/ 0 60000 65536"/>
                <a:gd name="T11" fmla="*/ 0 60000 65536"/>
                <a:gd name="T12" fmla="*/ 0 60000 65536"/>
                <a:gd name="T13" fmla="*/ 0 60000 65536"/>
                <a:gd name="T14" fmla="*/ 0 60000 65536"/>
                <a:gd name="T15" fmla="*/ 0 w 776"/>
                <a:gd name="T16" fmla="*/ 0 h 261"/>
                <a:gd name="T17" fmla="*/ 776 w 776"/>
                <a:gd name="T18" fmla="*/ 261 h 261"/>
              </a:gdLst>
              <a:ahLst/>
              <a:cxnLst>
                <a:cxn ang="T10">
                  <a:pos x="T0" y="T1"/>
                </a:cxn>
                <a:cxn ang="T11">
                  <a:pos x="T2" y="T3"/>
                </a:cxn>
                <a:cxn ang="T12">
                  <a:pos x="T4" y="T5"/>
                </a:cxn>
                <a:cxn ang="T13">
                  <a:pos x="T6" y="T7"/>
                </a:cxn>
                <a:cxn ang="T14">
                  <a:pos x="T8" y="T9"/>
                </a:cxn>
              </a:cxnLst>
              <a:rect l="T15" t="T16" r="T17" b="T18"/>
              <a:pathLst>
                <a:path w="776" h="261">
                  <a:moveTo>
                    <a:pt x="764" y="260"/>
                  </a:moveTo>
                  <a:lnTo>
                    <a:pt x="0" y="33"/>
                  </a:lnTo>
                  <a:lnTo>
                    <a:pt x="100" y="0"/>
                  </a:lnTo>
                  <a:lnTo>
                    <a:pt x="775" y="194"/>
                  </a:lnTo>
                  <a:lnTo>
                    <a:pt x="764" y="260"/>
                  </a:lnTo>
                </a:path>
              </a:pathLst>
            </a:custGeom>
            <a:solidFill>
              <a:schemeClr val="bg2"/>
            </a:solidFill>
            <a:ln w="12700" cap="rnd" cmpd="sng">
              <a:solidFill>
                <a:srgbClr val="000000"/>
              </a:solidFill>
              <a:prstDash val="solid"/>
              <a:round/>
              <a:headEnd type="none" w="med" len="med"/>
              <a:tailEnd type="none" w="med" len="med"/>
            </a:ln>
          </p:spPr>
          <p:txBody>
            <a:bodyPr/>
            <a:lstStyle/>
            <a:p>
              <a:endParaRPr lang="en-US"/>
            </a:p>
          </p:txBody>
        </p:sp>
        <p:sp>
          <p:nvSpPr>
            <p:cNvPr id="36882" name="Freeform 15"/>
            <p:cNvSpPr>
              <a:spLocks/>
            </p:cNvSpPr>
            <p:nvPr/>
          </p:nvSpPr>
          <p:spPr bwMode="auto">
            <a:xfrm>
              <a:off x="1025" y="1440"/>
              <a:ext cx="720" cy="117"/>
            </a:xfrm>
            <a:custGeom>
              <a:avLst/>
              <a:gdLst>
                <a:gd name="T0" fmla="*/ 719 w 720"/>
                <a:gd name="T1" fmla="*/ 66 h 117"/>
                <a:gd name="T2" fmla="*/ 719 w 720"/>
                <a:gd name="T3" fmla="*/ 0 h 117"/>
                <a:gd name="T4" fmla="*/ 0 w 720"/>
                <a:gd name="T5" fmla="*/ 44 h 117"/>
                <a:gd name="T6" fmla="*/ 0 w 720"/>
                <a:gd name="T7" fmla="*/ 116 h 117"/>
                <a:gd name="T8" fmla="*/ 719 w 720"/>
                <a:gd name="T9" fmla="*/ 66 h 117"/>
                <a:gd name="T10" fmla="*/ 0 60000 65536"/>
                <a:gd name="T11" fmla="*/ 0 60000 65536"/>
                <a:gd name="T12" fmla="*/ 0 60000 65536"/>
                <a:gd name="T13" fmla="*/ 0 60000 65536"/>
                <a:gd name="T14" fmla="*/ 0 60000 65536"/>
                <a:gd name="T15" fmla="*/ 0 w 720"/>
                <a:gd name="T16" fmla="*/ 0 h 117"/>
                <a:gd name="T17" fmla="*/ 720 w 720"/>
                <a:gd name="T18" fmla="*/ 117 h 117"/>
              </a:gdLst>
              <a:ahLst/>
              <a:cxnLst>
                <a:cxn ang="T10">
                  <a:pos x="T0" y="T1"/>
                </a:cxn>
                <a:cxn ang="T11">
                  <a:pos x="T2" y="T3"/>
                </a:cxn>
                <a:cxn ang="T12">
                  <a:pos x="T4" y="T5"/>
                </a:cxn>
                <a:cxn ang="T13">
                  <a:pos x="T6" y="T7"/>
                </a:cxn>
                <a:cxn ang="T14">
                  <a:pos x="T8" y="T9"/>
                </a:cxn>
              </a:cxnLst>
              <a:rect l="T15" t="T16" r="T17" b="T18"/>
              <a:pathLst>
                <a:path w="720" h="117">
                  <a:moveTo>
                    <a:pt x="719" y="66"/>
                  </a:moveTo>
                  <a:lnTo>
                    <a:pt x="719" y="0"/>
                  </a:lnTo>
                  <a:lnTo>
                    <a:pt x="0" y="44"/>
                  </a:lnTo>
                  <a:lnTo>
                    <a:pt x="0" y="116"/>
                  </a:lnTo>
                  <a:lnTo>
                    <a:pt x="719" y="66"/>
                  </a:lnTo>
                </a:path>
              </a:pathLst>
            </a:custGeom>
            <a:solidFill>
              <a:schemeClr val="bg2"/>
            </a:solidFill>
            <a:ln w="12700" cap="rnd" cmpd="sng">
              <a:solidFill>
                <a:srgbClr val="000000"/>
              </a:solidFill>
              <a:prstDash val="solid"/>
              <a:round/>
              <a:headEnd type="none" w="med" len="med"/>
              <a:tailEnd type="none" w="med" len="med"/>
            </a:ln>
          </p:spPr>
          <p:txBody>
            <a:bodyPr/>
            <a:lstStyle/>
            <a:p>
              <a:endParaRPr lang="en-US"/>
            </a:p>
          </p:txBody>
        </p:sp>
      </p:grpSp>
      <p:grpSp>
        <p:nvGrpSpPr>
          <p:cNvPr id="36868" name="Group 23"/>
          <p:cNvGrpSpPr>
            <a:grpSpLocks/>
          </p:cNvGrpSpPr>
          <p:nvPr/>
        </p:nvGrpSpPr>
        <p:grpSpPr bwMode="auto">
          <a:xfrm>
            <a:off x="4252913" y="4816475"/>
            <a:ext cx="1982787" cy="858838"/>
            <a:chOff x="4176" y="3045"/>
            <a:chExt cx="1249" cy="541"/>
          </a:xfrm>
        </p:grpSpPr>
        <p:grpSp>
          <p:nvGrpSpPr>
            <p:cNvPr id="36874" name="Group 20"/>
            <p:cNvGrpSpPr>
              <a:grpSpLocks/>
            </p:cNvGrpSpPr>
            <p:nvPr/>
          </p:nvGrpSpPr>
          <p:grpSpPr bwMode="auto">
            <a:xfrm>
              <a:off x="4176" y="3045"/>
              <a:ext cx="1249" cy="539"/>
              <a:chOff x="4176" y="3045"/>
              <a:chExt cx="1249" cy="539"/>
            </a:xfrm>
          </p:grpSpPr>
          <p:sp>
            <p:nvSpPr>
              <p:cNvPr id="36877" name="Freeform 17"/>
              <p:cNvSpPr>
                <a:spLocks/>
              </p:cNvSpPr>
              <p:nvPr/>
            </p:nvSpPr>
            <p:spPr bwMode="auto">
              <a:xfrm>
                <a:off x="4176" y="3122"/>
                <a:ext cx="775" cy="360"/>
              </a:xfrm>
              <a:custGeom>
                <a:avLst/>
                <a:gdLst>
                  <a:gd name="T0" fmla="*/ 0 w 775"/>
                  <a:gd name="T1" fmla="*/ 0 h 360"/>
                  <a:gd name="T2" fmla="*/ 774 w 775"/>
                  <a:gd name="T3" fmla="*/ 282 h 360"/>
                  <a:gd name="T4" fmla="*/ 774 w 775"/>
                  <a:gd name="T5" fmla="*/ 359 h 360"/>
                  <a:gd name="T6" fmla="*/ 0 w 775"/>
                  <a:gd name="T7" fmla="*/ 77 h 360"/>
                  <a:gd name="T8" fmla="*/ 0 w 775"/>
                  <a:gd name="T9" fmla="*/ 0 h 360"/>
                  <a:gd name="T10" fmla="*/ 0 60000 65536"/>
                  <a:gd name="T11" fmla="*/ 0 60000 65536"/>
                  <a:gd name="T12" fmla="*/ 0 60000 65536"/>
                  <a:gd name="T13" fmla="*/ 0 60000 65536"/>
                  <a:gd name="T14" fmla="*/ 0 60000 65536"/>
                  <a:gd name="T15" fmla="*/ 0 w 775"/>
                  <a:gd name="T16" fmla="*/ 0 h 360"/>
                  <a:gd name="T17" fmla="*/ 775 w 775"/>
                  <a:gd name="T18" fmla="*/ 360 h 360"/>
                </a:gdLst>
                <a:ahLst/>
                <a:cxnLst>
                  <a:cxn ang="T10">
                    <a:pos x="T0" y="T1"/>
                  </a:cxn>
                  <a:cxn ang="T11">
                    <a:pos x="T2" y="T3"/>
                  </a:cxn>
                  <a:cxn ang="T12">
                    <a:pos x="T4" y="T5"/>
                  </a:cxn>
                  <a:cxn ang="T13">
                    <a:pos x="T6" y="T7"/>
                  </a:cxn>
                  <a:cxn ang="T14">
                    <a:pos x="T8" y="T9"/>
                  </a:cxn>
                </a:cxnLst>
                <a:rect l="T15" t="T16" r="T17" b="T18"/>
                <a:pathLst>
                  <a:path w="775" h="360">
                    <a:moveTo>
                      <a:pt x="0" y="0"/>
                    </a:moveTo>
                    <a:lnTo>
                      <a:pt x="774" y="282"/>
                    </a:lnTo>
                    <a:lnTo>
                      <a:pt x="774" y="359"/>
                    </a:lnTo>
                    <a:lnTo>
                      <a:pt x="0" y="77"/>
                    </a:lnTo>
                    <a:lnTo>
                      <a:pt x="0" y="0"/>
                    </a:lnTo>
                  </a:path>
                </a:pathLst>
              </a:custGeom>
              <a:solidFill>
                <a:srgbClr val="FEFF72"/>
              </a:solidFill>
              <a:ln w="12700" cap="rnd" cmpd="sng">
                <a:solidFill>
                  <a:srgbClr val="000000"/>
                </a:solidFill>
                <a:prstDash val="solid"/>
                <a:round/>
                <a:headEnd type="none" w="med" len="med"/>
                <a:tailEnd type="none" w="med" len="med"/>
              </a:ln>
            </p:spPr>
            <p:txBody>
              <a:bodyPr/>
              <a:lstStyle/>
              <a:p>
                <a:endParaRPr lang="en-US"/>
              </a:p>
            </p:txBody>
          </p:sp>
          <p:sp>
            <p:nvSpPr>
              <p:cNvPr id="36878" name="Freeform 18"/>
              <p:cNvSpPr>
                <a:spLocks/>
              </p:cNvSpPr>
              <p:nvPr/>
            </p:nvSpPr>
            <p:spPr bwMode="auto">
              <a:xfrm>
                <a:off x="4176" y="3045"/>
                <a:ext cx="1249" cy="461"/>
              </a:xfrm>
              <a:custGeom>
                <a:avLst/>
                <a:gdLst>
                  <a:gd name="T0" fmla="*/ 0 w 1249"/>
                  <a:gd name="T1" fmla="*/ 77 h 461"/>
                  <a:gd name="T2" fmla="*/ 302 w 1249"/>
                  <a:gd name="T3" fmla="*/ 0 h 461"/>
                  <a:gd name="T4" fmla="*/ 1033 w 1249"/>
                  <a:gd name="T5" fmla="*/ 256 h 461"/>
                  <a:gd name="T6" fmla="*/ 1248 w 1249"/>
                  <a:gd name="T7" fmla="*/ 179 h 461"/>
                  <a:gd name="T8" fmla="*/ 1248 w 1249"/>
                  <a:gd name="T9" fmla="*/ 409 h 461"/>
                  <a:gd name="T10" fmla="*/ 517 w 1249"/>
                  <a:gd name="T11" fmla="*/ 460 h 461"/>
                  <a:gd name="T12" fmla="*/ 775 w 1249"/>
                  <a:gd name="T13" fmla="*/ 358 h 461"/>
                  <a:gd name="T14" fmla="*/ 0 w 1249"/>
                  <a:gd name="T15" fmla="*/ 77 h 461"/>
                  <a:gd name="T16" fmla="*/ 0 60000 65536"/>
                  <a:gd name="T17" fmla="*/ 0 60000 65536"/>
                  <a:gd name="T18" fmla="*/ 0 60000 65536"/>
                  <a:gd name="T19" fmla="*/ 0 60000 65536"/>
                  <a:gd name="T20" fmla="*/ 0 60000 65536"/>
                  <a:gd name="T21" fmla="*/ 0 60000 65536"/>
                  <a:gd name="T22" fmla="*/ 0 60000 65536"/>
                  <a:gd name="T23" fmla="*/ 0 60000 65536"/>
                  <a:gd name="T24" fmla="*/ 0 w 1249"/>
                  <a:gd name="T25" fmla="*/ 0 h 461"/>
                  <a:gd name="T26" fmla="*/ 1249 w 1249"/>
                  <a:gd name="T27" fmla="*/ 461 h 46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249" h="461">
                    <a:moveTo>
                      <a:pt x="0" y="77"/>
                    </a:moveTo>
                    <a:lnTo>
                      <a:pt x="302" y="0"/>
                    </a:lnTo>
                    <a:lnTo>
                      <a:pt x="1033" y="256"/>
                    </a:lnTo>
                    <a:lnTo>
                      <a:pt x="1248" y="179"/>
                    </a:lnTo>
                    <a:lnTo>
                      <a:pt x="1248" y="409"/>
                    </a:lnTo>
                    <a:lnTo>
                      <a:pt x="517" y="460"/>
                    </a:lnTo>
                    <a:lnTo>
                      <a:pt x="775" y="358"/>
                    </a:lnTo>
                    <a:lnTo>
                      <a:pt x="0" y="77"/>
                    </a:lnTo>
                  </a:path>
                </a:pathLst>
              </a:custGeom>
              <a:solidFill>
                <a:srgbClr val="FEFF72"/>
              </a:solidFill>
              <a:ln w="12700" cap="rnd" cmpd="sng">
                <a:solidFill>
                  <a:srgbClr val="000000"/>
                </a:solidFill>
                <a:prstDash val="solid"/>
                <a:round/>
                <a:headEnd type="none" w="med" len="med"/>
                <a:tailEnd type="none" w="med" len="med"/>
              </a:ln>
            </p:spPr>
            <p:txBody>
              <a:bodyPr/>
              <a:lstStyle/>
              <a:p>
                <a:endParaRPr lang="en-US"/>
              </a:p>
            </p:txBody>
          </p:sp>
          <p:sp>
            <p:nvSpPr>
              <p:cNvPr id="36879" name="Freeform 19"/>
              <p:cNvSpPr>
                <a:spLocks/>
              </p:cNvSpPr>
              <p:nvPr/>
            </p:nvSpPr>
            <p:spPr bwMode="auto">
              <a:xfrm>
                <a:off x="4692" y="3455"/>
                <a:ext cx="733" cy="129"/>
              </a:xfrm>
              <a:custGeom>
                <a:avLst/>
                <a:gdLst>
                  <a:gd name="T0" fmla="*/ 0 w 733"/>
                  <a:gd name="T1" fmla="*/ 51 h 129"/>
                  <a:gd name="T2" fmla="*/ 732 w 733"/>
                  <a:gd name="T3" fmla="*/ 0 h 129"/>
                  <a:gd name="T4" fmla="*/ 732 w 733"/>
                  <a:gd name="T5" fmla="*/ 77 h 129"/>
                  <a:gd name="T6" fmla="*/ 0 w 733"/>
                  <a:gd name="T7" fmla="*/ 128 h 129"/>
                  <a:gd name="T8" fmla="*/ 0 w 733"/>
                  <a:gd name="T9" fmla="*/ 51 h 129"/>
                  <a:gd name="T10" fmla="*/ 0 60000 65536"/>
                  <a:gd name="T11" fmla="*/ 0 60000 65536"/>
                  <a:gd name="T12" fmla="*/ 0 60000 65536"/>
                  <a:gd name="T13" fmla="*/ 0 60000 65536"/>
                  <a:gd name="T14" fmla="*/ 0 60000 65536"/>
                  <a:gd name="T15" fmla="*/ 0 w 733"/>
                  <a:gd name="T16" fmla="*/ 0 h 129"/>
                  <a:gd name="T17" fmla="*/ 733 w 733"/>
                  <a:gd name="T18" fmla="*/ 129 h 129"/>
                </a:gdLst>
                <a:ahLst/>
                <a:cxnLst>
                  <a:cxn ang="T10">
                    <a:pos x="T0" y="T1"/>
                  </a:cxn>
                  <a:cxn ang="T11">
                    <a:pos x="T2" y="T3"/>
                  </a:cxn>
                  <a:cxn ang="T12">
                    <a:pos x="T4" y="T5"/>
                  </a:cxn>
                  <a:cxn ang="T13">
                    <a:pos x="T6" y="T7"/>
                  </a:cxn>
                  <a:cxn ang="T14">
                    <a:pos x="T8" y="T9"/>
                  </a:cxn>
                </a:cxnLst>
                <a:rect l="T15" t="T16" r="T17" b="T18"/>
                <a:pathLst>
                  <a:path w="733" h="129">
                    <a:moveTo>
                      <a:pt x="0" y="51"/>
                    </a:moveTo>
                    <a:lnTo>
                      <a:pt x="732" y="0"/>
                    </a:lnTo>
                    <a:lnTo>
                      <a:pt x="732" y="77"/>
                    </a:lnTo>
                    <a:lnTo>
                      <a:pt x="0" y="128"/>
                    </a:lnTo>
                    <a:lnTo>
                      <a:pt x="0" y="51"/>
                    </a:lnTo>
                  </a:path>
                </a:pathLst>
              </a:custGeom>
              <a:solidFill>
                <a:srgbClr val="FEFF72"/>
              </a:solidFill>
              <a:ln w="12700" cap="rnd" cmpd="sng">
                <a:solidFill>
                  <a:srgbClr val="000000"/>
                </a:solidFill>
                <a:prstDash val="solid"/>
                <a:round/>
                <a:headEnd type="none" w="med" len="med"/>
                <a:tailEnd type="none" w="med" len="med"/>
              </a:ln>
            </p:spPr>
            <p:txBody>
              <a:bodyPr/>
              <a:lstStyle/>
              <a:p>
                <a:endParaRPr lang="en-US"/>
              </a:p>
            </p:txBody>
          </p:sp>
        </p:grpSp>
        <p:sp>
          <p:nvSpPr>
            <p:cNvPr id="36875" name="Freeform 21"/>
            <p:cNvSpPr>
              <a:spLocks/>
            </p:cNvSpPr>
            <p:nvPr/>
          </p:nvSpPr>
          <p:spPr bwMode="auto">
            <a:xfrm>
              <a:off x="4181" y="3130"/>
              <a:ext cx="776" cy="311"/>
            </a:xfrm>
            <a:custGeom>
              <a:avLst/>
              <a:gdLst>
                <a:gd name="T0" fmla="*/ 11 w 776"/>
                <a:gd name="T1" fmla="*/ 0 h 311"/>
                <a:gd name="T2" fmla="*/ 775 w 776"/>
                <a:gd name="T3" fmla="*/ 270 h 311"/>
                <a:gd name="T4" fmla="*/ 675 w 776"/>
                <a:gd name="T5" fmla="*/ 310 h 311"/>
                <a:gd name="T6" fmla="*/ 0 w 776"/>
                <a:gd name="T7" fmla="*/ 79 h 311"/>
                <a:gd name="T8" fmla="*/ 11 w 776"/>
                <a:gd name="T9" fmla="*/ 0 h 311"/>
                <a:gd name="T10" fmla="*/ 0 60000 65536"/>
                <a:gd name="T11" fmla="*/ 0 60000 65536"/>
                <a:gd name="T12" fmla="*/ 0 60000 65536"/>
                <a:gd name="T13" fmla="*/ 0 60000 65536"/>
                <a:gd name="T14" fmla="*/ 0 60000 65536"/>
                <a:gd name="T15" fmla="*/ 0 w 776"/>
                <a:gd name="T16" fmla="*/ 0 h 311"/>
                <a:gd name="T17" fmla="*/ 776 w 776"/>
                <a:gd name="T18" fmla="*/ 311 h 311"/>
              </a:gdLst>
              <a:ahLst/>
              <a:cxnLst>
                <a:cxn ang="T10">
                  <a:pos x="T0" y="T1"/>
                </a:cxn>
                <a:cxn ang="T11">
                  <a:pos x="T2" y="T3"/>
                </a:cxn>
                <a:cxn ang="T12">
                  <a:pos x="T4" y="T5"/>
                </a:cxn>
                <a:cxn ang="T13">
                  <a:pos x="T6" y="T7"/>
                </a:cxn>
                <a:cxn ang="T14">
                  <a:pos x="T8" y="T9"/>
                </a:cxn>
              </a:cxnLst>
              <a:rect l="T15" t="T16" r="T17" b="T18"/>
              <a:pathLst>
                <a:path w="776" h="311">
                  <a:moveTo>
                    <a:pt x="11" y="0"/>
                  </a:moveTo>
                  <a:lnTo>
                    <a:pt x="775" y="270"/>
                  </a:lnTo>
                  <a:lnTo>
                    <a:pt x="675" y="310"/>
                  </a:lnTo>
                  <a:lnTo>
                    <a:pt x="0" y="79"/>
                  </a:lnTo>
                  <a:lnTo>
                    <a:pt x="11" y="0"/>
                  </a:lnTo>
                </a:path>
              </a:pathLst>
            </a:custGeom>
            <a:solidFill>
              <a:schemeClr val="bg2"/>
            </a:solidFill>
            <a:ln w="12700" cap="rnd" cmpd="sng">
              <a:solidFill>
                <a:srgbClr val="000000"/>
              </a:solidFill>
              <a:prstDash val="solid"/>
              <a:round/>
              <a:headEnd type="none" w="med" len="med"/>
              <a:tailEnd type="none" w="med" len="med"/>
            </a:ln>
          </p:spPr>
          <p:txBody>
            <a:bodyPr/>
            <a:lstStyle/>
            <a:p>
              <a:endParaRPr lang="en-US"/>
            </a:p>
          </p:txBody>
        </p:sp>
        <p:sp>
          <p:nvSpPr>
            <p:cNvPr id="36876" name="Freeform 22"/>
            <p:cNvSpPr>
              <a:spLocks/>
            </p:cNvSpPr>
            <p:nvPr/>
          </p:nvSpPr>
          <p:spPr bwMode="auto">
            <a:xfrm>
              <a:off x="4702" y="3446"/>
              <a:ext cx="720" cy="140"/>
            </a:xfrm>
            <a:custGeom>
              <a:avLst/>
              <a:gdLst>
                <a:gd name="T0" fmla="*/ 0 w 720"/>
                <a:gd name="T1" fmla="*/ 60 h 140"/>
                <a:gd name="T2" fmla="*/ 0 w 720"/>
                <a:gd name="T3" fmla="*/ 139 h 140"/>
                <a:gd name="T4" fmla="*/ 719 w 720"/>
                <a:gd name="T5" fmla="*/ 86 h 140"/>
                <a:gd name="T6" fmla="*/ 719 w 720"/>
                <a:gd name="T7" fmla="*/ 0 h 140"/>
                <a:gd name="T8" fmla="*/ 0 w 720"/>
                <a:gd name="T9" fmla="*/ 60 h 140"/>
                <a:gd name="T10" fmla="*/ 0 60000 65536"/>
                <a:gd name="T11" fmla="*/ 0 60000 65536"/>
                <a:gd name="T12" fmla="*/ 0 60000 65536"/>
                <a:gd name="T13" fmla="*/ 0 60000 65536"/>
                <a:gd name="T14" fmla="*/ 0 60000 65536"/>
                <a:gd name="T15" fmla="*/ 0 w 720"/>
                <a:gd name="T16" fmla="*/ 0 h 140"/>
                <a:gd name="T17" fmla="*/ 720 w 720"/>
                <a:gd name="T18" fmla="*/ 140 h 140"/>
              </a:gdLst>
              <a:ahLst/>
              <a:cxnLst>
                <a:cxn ang="T10">
                  <a:pos x="T0" y="T1"/>
                </a:cxn>
                <a:cxn ang="T11">
                  <a:pos x="T2" y="T3"/>
                </a:cxn>
                <a:cxn ang="T12">
                  <a:pos x="T4" y="T5"/>
                </a:cxn>
                <a:cxn ang="T13">
                  <a:pos x="T6" y="T7"/>
                </a:cxn>
                <a:cxn ang="T14">
                  <a:pos x="T8" y="T9"/>
                </a:cxn>
              </a:cxnLst>
              <a:rect l="T15" t="T16" r="T17" b="T18"/>
              <a:pathLst>
                <a:path w="720" h="140">
                  <a:moveTo>
                    <a:pt x="0" y="60"/>
                  </a:moveTo>
                  <a:lnTo>
                    <a:pt x="0" y="139"/>
                  </a:lnTo>
                  <a:lnTo>
                    <a:pt x="719" y="86"/>
                  </a:lnTo>
                  <a:lnTo>
                    <a:pt x="719" y="0"/>
                  </a:lnTo>
                  <a:lnTo>
                    <a:pt x="0" y="60"/>
                  </a:lnTo>
                </a:path>
              </a:pathLst>
            </a:custGeom>
            <a:solidFill>
              <a:schemeClr val="bg2"/>
            </a:solidFill>
            <a:ln w="12700" cap="rnd" cmpd="sng">
              <a:solidFill>
                <a:srgbClr val="000000"/>
              </a:solidFill>
              <a:prstDash val="solid"/>
              <a:round/>
              <a:headEnd type="none" w="med" len="med"/>
              <a:tailEnd type="none" w="med" len="med"/>
            </a:ln>
          </p:spPr>
          <p:txBody>
            <a:bodyPr/>
            <a:lstStyle/>
            <a:p>
              <a:endParaRPr lang="en-US"/>
            </a:p>
          </p:txBody>
        </p:sp>
      </p:grpSp>
      <p:sp>
        <p:nvSpPr>
          <p:cNvPr id="36869" name="AutoShape 24"/>
          <p:cNvSpPr>
            <a:spLocks noChangeArrowheads="1"/>
          </p:cNvSpPr>
          <p:nvPr/>
        </p:nvSpPr>
        <p:spPr bwMode="auto">
          <a:xfrm rot="5400000">
            <a:off x="2044701" y="-530225"/>
            <a:ext cx="1060450" cy="4117975"/>
          </a:xfrm>
          <a:prstGeom prst="cube">
            <a:avLst>
              <a:gd name="adj" fmla="val 18241"/>
            </a:avLst>
          </a:prstGeom>
          <a:gradFill rotWithShape="0">
            <a:gsLst>
              <a:gs pos="0">
                <a:srgbClr val="00DFCA"/>
              </a:gs>
              <a:gs pos="100000">
                <a:srgbClr val="00C8B5"/>
              </a:gs>
            </a:gsLst>
            <a:lin ang="5400000" scaled="1"/>
          </a:gradFill>
          <a:ln w="12700">
            <a:solidFill>
              <a:srgbClr val="000000"/>
            </a:solidFill>
            <a:miter lim="800000"/>
            <a:headEnd/>
            <a:tailEnd/>
          </a:ln>
          <a:effectLst>
            <a:outerShdw dist="89803" dir="2700000" algn="ctr" rotWithShape="0">
              <a:schemeClr val="bg2"/>
            </a:outerShdw>
          </a:effectLst>
        </p:spPr>
        <p:txBody>
          <a:bodyPr rot="10800000" vert="eaVert" wrap="none" lIns="103188" tIns="50800" rIns="103188" bIns="50800" anchor="ctr"/>
          <a:lstStyle>
            <a:lvl1pPr defTabSz="1030288">
              <a:defRPr>
                <a:solidFill>
                  <a:schemeClr val="tx1"/>
                </a:solidFill>
                <a:latin typeface="Calibri" panose="020F0502020204030204" pitchFamily="34" charset="0"/>
              </a:defRPr>
            </a:lvl1pPr>
            <a:lvl2pPr marL="742950" indent="-285750" defTabSz="1030288">
              <a:defRPr>
                <a:solidFill>
                  <a:schemeClr val="tx1"/>
                </a:solidFill>
                <a:latin typeface="Calibri" panose="020F0502020204030204" pitchFamily="34" charset="0"/>
              </a:defRPr>
            </a:lvl2pPr>
            <a:lvl3pPr marL="1143000" indent="-228600" defTabSz="1030288">
              <a:defRPr>
                <a:solidFill>
                  <a:schemeClr val="tx1"/>
                </a:solidFill>
                <a:latin typeface="Calibri" panose="020F0502020204030204" pitchFamily="34" charset="0"/>
              </a:defRPr>
            </a:lvl3pPr>
            <a:lvl4pPr marL="1600200" indent="-228600" defTabSz="1030288">
              <a:defRPr>
                <a:solidFill>
                  <a:schemeClr val="tx1"/>
                </a:solidFill>
                <a:latin typeface="Calibri" panose="020F0502020204030204" pitchFamily="34" charset="0"/>
              </a:defRPr>
            </a:lvl4pPr>
            <a:lvl5pPr marL="2057400" indent="-228600" defTabSz="1030288">
              <a:defRPr>
                <a:solidFill>
                  <a:schemeClr val="tx1"/>
                </a:solidFill>
                <a:latin typeface="Calibri" panose="020F0502020204030204" pitchFamily="34" charset="0"/>
              </a:defRPr>
            </a:lvl5pPr>
            <a:lvl6pPr marL="2514600" indent="-228600" defTabSz="1030288" eaLnBrk="0" fontAlgn="base" hangingPunct="0">
              <a:spcBef>
                <a:spcPct val="0"/>
              </a:spcBef>
              <a:spcAft>
                <a:spcPct val="0"/>
              </a:spcAft>
              <a:defRPr>
                <a:solidFill>
                  <a:schemeClr val="tx1"/>
                </a:solidFill>
                <a:latin typeface="Calibri" panose="020F0502020204030204" pitchFamily="34" charset="0"/>
              </a:defRPr>
            </a:lvl6pPr>
            <a:lvl7pPr marL="2971800" indent="-228600" defTabSz="1030288" eaLnBrk="0" fontAlgn="base" hangingPunct="0">
              <a:spcBef>
                <a:spcPct val="0"/>
              </a:spcBef>
              <a:spcAft>
                <a:spcPct val="0"/>
              </a:spcAft>
              <a:defRPr>
                <a:solidFill>
                  <a:schemeClr val="tx1"/>
                </a:solidFill>
                <a:latin typeface="Calibri" panose="020F0502020204030204" pitchFamily="34" charset="0"/>
              </a:defRPr>
            </a:lvl7pPr>
            <a:lvl8pPr marL="3429000" indent="-228600" defTabSz="1030288" eaLnBrk="0" fontAlgn="base" hangingPunct="0">
              <a:spcBef>
                <a:spcPct val="0"/>
              </a:spcBef>
              <a:spcAft>
                <a:spcPct val="0"/>
              </a:spcAft>
              <a:defRPr>
                <a:solidFill>
                  <a:schemeClr val="tx1"/>
                </a:solidFill>
                <a:latin typeface="Calibri" panose="020F0502020204030204" pitchFamily="34" charset="0"/>
              </a:defRPr>
            </a:lvl8pPr>
            <a:lvl9pPr marL="3886200" indent="-228600" defTabSz="1030288"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2800" b="1">
                <a:solidFill>
                  <a:srgbClr val="000000"/>
                </a:solidFill>
                <a:latin typeface="Arial" panose="020B0604020202020204" pitchFamily="34" charset="0"/>
              </a:rPr>
              <a:t>Rapid Pace of </a:t>
            </a:r>
          </a:p>
          <a:p>
            <a:pPr algn="ctr" eaLnBrk="1" hangingPunct="1"/>
            <a:r>
              <a:rPr lang="en-US" altLang="en-US" sz="2800" b="1">
                <a:solidFill>
                  <a:srgbClr val="000000"/>
                </a:solidFill>
                <a:latin typeface="Arial" panose="020B0604020202020204" pitchFamily="34" charset="0"/>
              </a:rPr>
              <a:t>Change</a:t>
            </a:r>
          </a:p>
        </p:txBody>
      </p:sp>
      <p:sp>
        <p:nvSpPr>
          <p:cNvPr id="36870" name="AutoShape 25"/>
          <p:cNvSpPr>
            <a:spLocks noChangeArrowheads="1"/>
          </p:cNvSpPr>
          <p:nvPr/>
        </p:nvSpPr>
        <p:spPr bwMode="auto">
          <a:xfrm rot="5400000">
            <a:off x="6723063" y="-530225"/>
            <a:ext cx="1060450" cy="4117975"/>
          </a:xfrm>
          <a:prstGeom prst="cube">
            <a:avLst>
              <a:gd name="adj" fmla="val 18241"/>
            </a:avLst>
          </a:prstGeom>
          <a:gradFill rotWithShape="0">
            <a:gsLst>
              <a:gs pos="0">
                <a:srgbClr val="00DFCA"/>
              </a:gs>
              <a:gs pos="100000">
                <a:srgbClr val="00C8B5"/>
              </a:gs>
            </a:gsLst>
            <a:lin ang="5400000" scaled="1"/>
          </a:gradFill>
          <a:ln w="12700">
            <a:solidFill>
              <a:srgbClr val="000000"/>
            </a:solidFill>
            <a:miter lim="800000"/>
            <a:headEnd/>
            <a:tailEnd/>
          </a:ln>
          <a:effectLst>
            <a:outerShdw dist="89803" dir="2700000" algn="ctr" rotWithShape="0">
              <a:schemeClr val="bg2"/>
            </a:outerShdw>
          </a:effectLst>
        </p:spPr>
        <p:txBody>
          <a:bodyPr rot="10800000" vert="eaVert" wrap="none" lIns="103188" tIns="50800" rIns="103188" bIns="50800" anchor="ctr"/>
          <a:lstStyle>
            <a:lvl1pPr defTabSz="1030288">
              <a:defRPr>
                <a:solidFill>
                  <a:schemeClr val="tx1"/>
                </a:solidFill>
                <a:latin typeface="Calibri" panose="020F0502020204030204" pitchFamily="34" charset="0"/>
              </a:defRPr>
            </a:lvl1pPr>
            <a:lvl2pPr marL="742950" indent="-285750" defTabSz="1030288">
              <a:defRPr>
                <a:solidFill>
                  <a:schemeClr val="tx1"/>
                </a:solidFill>
                <a:latin typeface="Calibri" panose="020F0502020204030204" pitchFamily="34" charset="0"/>
              </a:defRPr>
            </a:lvl2pPr>
            <a:lvl3pPr marL="1143000" indent="-228600" defTabSz="1030288">
              <a:defRPr>
                <a:solidFill>
                  <a:schemeClr val="tx1"/>
                </a:solidFill>
                <a:latin typeface="Calibri" panose="020F0502020204030204" pitchFamily="34" charset="0"/>
              </a:defRPr>
            </a:lvl3pPr>
            <a:lvl4pPr marL="1600200" indent="-228600" defTabSz="1030288">
              <a:defRPr>
                <a:solidFill>
                  <a:schemeClr val="tx1"/>
                </a:solidFill>
                <a:latin typeface="Calibri" panose="020F0502020204030204" pitchFamily="34" charset="0"/>
              </a:defRPr>
            </a:lvl4pPr>
            <a:lvl5pPr marL="2057400" indent="-228600" defTabSz="1030288">
              <a:defRPr>
                <a:solidFill>
                  <a:schemeClr val="tx1"/>
                </a:solidFill>
                <a:latin typeface="Calibri" panose="020F0502020204030204" pitchFamily="34" charset="0"/>
              </a:defRPr>
            </a:lvl5pPr>
            <a:lvl6pPr marL="2514600" indent="-228600" defTabSz="1030288" eaLnBrk="0" fontAlgn="base" hangingPunct="0">
              <a:spcBef>
                <a:spcPct val="0"/>
              </a:spcBef>
              <a:spcAft>
                <a:spcPct val="0"/>
              </a:spcAft>
              <a:defRPr>
                <a:solidFill>
                  <a:schemeClr val="tx1"/>
                </a:solidFill>
                <a:latin typeface="Calibri" panose="020F0502020204030204" pitchFamily="34" charset="0"/>
              </a:defRPr>
            </a:lvl6pPr>
            <a:lvl7pPr marL="2971800" indent="-228600" defTabSz="1030288" eaLnBrk="0" fontAlgn="base" hangingPunct="0">
              <a:spcBef>
                <a:spcPct val="0"/>
              </a:spcBef>
              <a:spcAft>
                <a:spcPct val="0"/>
              </a:spcAft>
              <a:defRPr>
                <a:solidFill>
                  <a:schemeClr val="tx1"/>
                </a:solidFill>
                <a:latin typeface="Calibri" panose="020F0502020204030204" pitchFamily="34" charset="0"/>
              </a:defRPr>
            </a:lvl7pPr>
            <a:lvl8pPr marL="3429000" indent="-228600" defTabSz="1030288" eaLnBrk="0" fontAlgn="base" hangingPunct="0">
              <a:spcBef>
                <a:spcPct val="0"/>
              </a:spcBef>
              <a:spcAft>
                <a:spcPct val="0"/>
              </a:spcAft>
              <a:defRPr>
                <a:solidFill>
                  <a:schemeClr val="tx1"/>
                </a:solidFill>
                <a:latin typeface="Calibri" panose="020F0502020204030204" pitchFamily="34" charset="0"/>
              </a:defRPr>
            </a:lvl8pPr>
            <a:lvl9pPr marL="3886200" indent="-228600" defTabSz="1030288"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2800" b="1">
                <a:solidFill>
                  <a:srgbClr val="000000"/>
                </a:solidFill>
                <a:latin typeface="Arial" panose="020B0604020202020204" pitchFamily="34" charset="0"/>
              </a:rPr>
              <a:t>High R &amp; D </a:t>
            </a:r>
          </a:p>
          <a:p>
            <a:pPr algn="ctr" eaLnBrk="1" hangingPunct="1"/>
            <a:r>
              <a:rPr lang="en-US" altLang="en-US" sz="2800" b="1">
                <a:solidFill>
                  <a:srgbClr val="000000"/>
                </a:solidFill>
                <a:latin typeface="Arial" panose="020B0604020202020204" pitchFamily="34" charset="0"/>
              </a:rPr>
              <a:t>Budgets</a:t>
            </a:r>
          </a:p>
        </p:txBody>
      </p:sp>
      <p:sp>
        <p:nvSpPr>
          <p:cNvPr id="36871" name="AutoShape 27"/>
          <p:cNvSpPr>
            <a:spLocks noChangeArrowheads="1"/>
          </p:cNvSpPr>
          <p:nvPr/>
        </p:nvSpPr>
        <p:spPr bwMode="auto">
          <a:xfrm rot="5400000">
            <a:off x="4095750" y="4486276"/>
            <a:ext cx="1158875" cy="4121150"/>
          </a:xfrm>
          <a:prstGeom prst="cube">
            <a:avLst>
              <a:gd name="adj" fmla="val 18241"/>
            </a:avLst>
          </a:prstGeom>
          <a:gradFill rotWithShape="0">
            <a:gsLst>
              <a:gs pos="0">
                <a:srgbClr val="00DFCA"/>
              </a:gs>
              <a:gs pos="100000">
                <a:srgbClr val="00C8B5"/>
              </a:gs>
            </a:gsLst>
            <a:lin ang="5400000" scaled="1"/>
          </a:gradFill>
          <a:ln w="12700">
            <a:solidFill>
              <a:srgbClr val="000000"/>
            </a:solidFill>
            <a:miter lim="800000"/>
            <a:headEnd/>
            <a:tailEnd/>
          </a:ln>
          <a:effectLst>
            <a:outerShdw dist="89803" dir="2700000" algn="ctr" rotWithShape="0">
              <a:schemeClr val="bg2"/>
            </a:outerShdw>
          </a:effectLst>
        </p:spPr>
        <p:txBody>
          <a:bodyPr rot="10800000" vert="eaVert" wrap="none" lIns="103188" tIns="50800" rIns="103188" bIns="50800" anchor="ctr"/>
          <a:lstStyle>
            <a:lvl1pPr defTabSz="1030288">
              <a:defRPr>
                <a:solidFill>
                  <a:schemeClr val="tx1"/>
                </a:solidFill>
                <a:latin typeface="Calibri" panose="020F0502020204030204" pitchFamily="34" charset="0"/>
              </a:defRPr>
            </a:lvl1pPr>
            <a:lvl2pPr marL="742950" indent="-285750" defTabSz="1030288">
              <a:defRPr>
                <a:solidFill>
                  <a:schemeClr val="tx1"/>
                </a:solidFill>
                <a:latin typeface="Calibri" panose="020F0502020204030204" pitchFamily="34" charset="0"/>
              </a:defRPr>
            </a:lvl2pPr>
            <a:lvl3pPr marL="1143000" indent="-228600" defTabSz="1030288">
              <a:defRPr>
                <a:solidFill>
                  <a:schemeClr val="tx1"/>
                </a:solidFill>
                <a:latin typeface="Calibri" panose="020F0502020204030204" pitchFamily="34" charset="0"/>
              </a:defRPr>
            </a:lvl3pPr>
            <a:lvl4pPr marL="1600200" indent="-228600" defTabSz="1030288">
              <a:defRPr>
                <a:solidFill>
                  <a:schemeClr val="tx1"/>
                </a:solidFill>
                <a:latin typeface="Calibri" panose="020F0502020204030204" pitchFamily="34" charset="0"/>
              </a:defRPr>
            </a:lvl4pPr>
            <a:lvl5pPr marL="2057400" indent="-228600" defTabSz="1030288">
              <a:defRPr>
                <a:solidFill>
                  <a:schemeClr val="tx1"/>
                </a:solidFill>
                <a:latin typeface="Calibri" panose="020F0502020204030204" pitchFamily="34" charset="0"/>
              </a:defRPr>
            </a:lvl5pPr>
            <a:lvl6pPr marL="2514600" indent="-228600" defTabSz="1030288" eaLnBrk="0" fontAlgn="base" hangingPunct="0">
              <a:spcBef>
                <a:spcPct val="0"/>
              </a:spcBef>
              <a:spcAft>
                <a:spcPct val="0"/>
              </a:spcAft>
              <a:defRPr>
                <a:solidFill>
                  <a:schemeClr val="tx1"/>
                </a:solidFill>
                <a:latin typeface="Calibri" panose="020F0502020204030204" pitchFamily="34" charset="0"/>
              </a:defRPr>
            </a:lvl6pPr>
            <a:lvl7pPr marL="2971800" indent="-228600" defTabSz="1030288" eaLnBrk="0" fontAlgn="base" hangingPunct="0">
              <a:spcBef>
                <a:spcPct val="0"/>
              </a:spcBef>
              <a:spcAft>
                <a:spcPct val="0"/>
              </a:spcAft>
              <a:defRPr>
                <a:solidFill>
                  <a:schemeClr val="tx1"/>
                </a:solidFill>
                <a:latin typeface="Calibri" panose="020F0502020204030204" pitchFamily="34" charset="0"/>
              </a:defRPr>
            </a:lvl7pPr>
            <a:lvl8pPr marL="3429000" indent="-228600" defTabSz="1030288" eaLnBrk="0" fontAlgn="base" hangingPunct="0">
              <a:spcBef>
                <a:spcPct val="0"/>
              </a:spcBef>
              <a:spcAft>
                <a:spcPct val="0"/>
              </a:spcAft>
              <a:defRPr>
                <a:solidFill>
                  <a:schemeClr val="tx1"/>
                </a:solidFill>
                <a:latin typeface="Calibri" panose="020F0502020204030204" pitchFamily="34" charset="0"/>
              </a:defRPr>
            </a:lvl8pPr>
            <a:lvl9pPr marL="3886200" indent="-228600" defTabSz="1030288"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2800" b="1">
                <a:solidFill>
                  <a:srgbClr val="000000"/>
                </a:solidFill>
                <a:latin typeface="Arial" panose="020B0604020202020204" pitchFamily="34" charset="0"/>
              </a:rPr>
              <a:t>Increased</a:t>
            </a:r>
          </a:p>
          <a:p>
            <a:pPr algn="ctr" eaLnBrk="1" hangingPunct="1"/>
            <a:r>
              <a:rPr lang="en-US" altLang="en-US" sz="2800" b="1">
                <a:solidFill>
                  <a:srgbClr val="000000"/>
                </a:solidFill>
                <a:latin typeface="Arial" panose="020B0604020202020204" pitchFamily="34" charset="0"/>
              </a:rPr>
              <a:t>Regulation</a:t>
            </a:r>
          </a:p>
        </p:txBody>
      </p:sp>
      <p:sp>
        <p:nvSpPr>
          <p:cNvPr id="36872" name="Freeform 28"/>
          <p:cNvSpPr>
            <a:spLocks/>
          </p:cNvSpPr>
          <p:nvPr/>
        </p:nvSpPr>
        <p:spPr bwMode="auto">
          <a:xfrm>
            <a:off x="4119563" y="3627438"/>
            <a:ext cx="1631950" cy="803275"/>
          </a:xfrm>
          <a:custGeom>
            <a:avLst/>
            <a:gdLst>
              <a:gd name="T0" fmla="*/ 2147483646 w 1028"/>
              <a:gd name="T1" fmla="*/ 2147483646 h 506"/>
              <a:gd name="T2" fmla="*/ 2147483646 w 1028"/>
              <a:gd name="T3" fmla="*/ 0 h 506"/>
              <a:gd name="T4" fmla="*/ 2147483646 w 1028"/>
              <a:gd name="T5" fmla="*/ 2147483646 h 506"/>
              <a:gd name="T6" fmla="*/ 2147483646 w 1028"/>
              <a:gd name="T7" fmla="*/ 2147483646 h 506"/>
              <a:gd name="T8" fmla="*/ 2147483646 w 1028"/>
              <a:gd name="T9" fmla="*/ 2147483646 h 506"/>
              <a:gd name="T10" fmla="*/ 2147483646 w 1028"/>
              <a:gd name="T11" fmla="*/ 2147483646 h 506"/>
              <a:gd name="T12" fmla="*/ 2147483646 w 1028"/>
              <a:gd name="T13" fmla="*/ 2147483646 h 506"/>
              <a:gd name="T14" fmla="*/ 2147483646 w 1028"/>
              <a:gd name="T15" fmla="*/ 2147483646 h 506"/>
              <a:gd name="T16" fmla="*/ 2147483646 w 1028"/>
              <a:gd name="T17" fmla="*/ 2147483646 h 506"/>
              <a:gd name="T18" fmla="*/ 2147483646 w 1028"/>
              <a:gd name="T19" fmla="*/ 2147483646 h 506"/>
              <a:gd name="T20" fmla="*/ 2147483646 w 1028"/>
              <a:gd name="T21" fmla="*/ 2147483646 h 506"/>
              <a:gd name="T22" fmla="*/ 2147483646 w 1028"/>
              <a:gd name="T23" fmla="*/ 2147483646 h 506"/>
              <a:gd name="T24" fmla="*/ 2147483646 w 1028"/>
              <a:gd name="T25" fmla="*/ 2147483646 h 506"/>
              <a:gd name="T26" fmla="*/ 2147483646 w 1028"/>
              <a:gd name="T27" fmla="*/ 2147483646 h 506"/>
              <a:gd name="T28" fmla="*/ 2147483646 w 1028"/>
              <a:gd name="T29" fmla="*/ 2147483646 h 506"/>
              <a:gd name="T30" fmla="*/ 2147483646 w 1028"/>
              <a:gd name="T31" fmla="*/ 2147483646 h 506"/>
              <a:gd name="T32" fmla="*/ 2147483646 w 1028"/>
              <a:gd name="T33" fmla="*/ 2147483646 h 506"/>
              <a:gd name="T34" fmla="*/ 2147483646 w 1028"/>
              <a:gd name="T35" fmla="*/ 2147483646 h 506"/>
              <a:gd name="T36" fmla="*/ 2147483646 w 1028"/>
              <a:gd name="T37" fmla="*/ 2147483646 h 506"/>
              <a:gd name="T38" fmla="*/ 0 w 1028"/>
              <a:gd name="T39" fmla="*/ 2147483646 h 506"/>
              <a:gd name="T40" fmla="*/ 2147483646 w 1028"/>
              <a:gd name="T41" fmla="*/ 2147483646 h 506"/>
              <a:gd name="T42" fmla="*/ 2147483646 w 1028"/>
              <a:gd name="T43" fmla="*/ 2147483646 h 506"/>
              <a:gd name="T44" fmla="*/ 2147483646 w 1028"/>
              <a:gd name="T45" fmla="*/ 2147483646 h 50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028"/>
              <a:gd name="T70" fmla="*/ 0 h 506"/>
              <a:gd name="T71" fmla="*/ 1028 w 1028"/>
              <a:gd name="T72" fmla="*/ 506 h 50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028" h="506">
                <a:moveTo>
                  <a:pt x="410" y="155"/>
                </a:moveTo>
                <a:lnTo>
                  <a:pt x="449" y="0"/>
                </a:lnTo>
                <a:lnTo>
                  <a:pt x="517" y="148"/>
                </a:lnTo>
                <a:lnTo>
                  <a:pt x="701" y="17"/>
                </a:lnTo>
                <a:lnTo>
                  <a:pt x="642" y="159"/>
                </a:lnTo>
                <a:lnTo>
                  <a:pt x="948" y="81"/>
                </a:lnTo>
                <a:lnTo>
                  <a:pt x="689" y="195"/>
                </a:lnTo>
                <a:lnTo>
                  <a:pt x="1027" y="192"/>
                </a:lnTo>
                <a:lnTo>
                  <a:pt x="701" y="257"/>
                </a:lnTo>
                <a:lnTo>
                  <a:pt x="967" y="350"/>
                </a:lnTo>
                <a:lnTo>
                  <a:pt x="668" y="304"/>
                </a:lnTo>
                <a:lnTo>
                  <a:pt x="801" y="476"/>
                </a:lnTo>
                <a:lnTo>
                  <a:pt x="582" y="337"/>
                </a:lnTo>
                <a:lnTo>
                  <a:pt x="470" y="505"/>
                </a:lnTo>
                <a:lnTo>
                  <a:pt x="464" y="333"/>
                </a:lnTo>
                <a:lnTo>
                  <a:pt x="219" y="472"/>
                </a:lnTo>
                <a:lnTo>
                  <a:pt x="370" y="310"/>
                </a:lnTo>
                <a:lnTo>
                  <a:pt x="53" y="348"/>
                </a:lnTo>
                <a:lnTo>
                  <a:pt x="337" y="263"/>
                </a:lnTo>
                <a:lnTo>
                  <a:pt x="0" y="213"/>
                </a:lnTo>
                <a:lnTo>
                  <a:pt x="352" y="206"/>
                </a:lnTo>
                <a:lnTo>
                  <a:pt x="112" y="75"/>
                </a:lnTo>
                <a:lnTo>
                  <a:pt x="410" y="155"/>
                </a:lnTo>
              </a:path>
            </a:pathLst>
          </a:custGeom>
          <a:solidFill>
            <a:srgbClr val="FF0000"/>
          </a:solidFill>
          <a:ln w="12700" cap="rnd" cmpd="sng">
            <a:solidFill>
              <a:srgbClr val="000000"/>
            </a:solidFill>
            <a:prstDash val="solid"/>
            <a:round/>
            <a:headEnd type="none" w="med" len="med"/>
            <a:tailEnd type="none" w="med" len="med"/>
          </a:ln>
        </p:spPr>
        <p:txBody>
          <a:bodyPr/>
          <a:lstStyle/>
          <a:p>
            <a:endParaRPr lang="en-US"/>
          </a:p>
        </p:txBody>
      </p:sp>
      <p:sp>
        <p:nvSpPr>
          <p:cNvPr id="36873" name="AutoShape 29"/>
          <p:cNvSpPr>
            <a:spLocks noChangeArrowheads="1"/>
          </p:cNvSpPr>
          <p:nvPr/>
        </p:nvSpPr>
        <p:spPr bwMode="auto">
          <a:xfrm rot="5400000">
            <a:off x="4267201" y="-1588"/>
            <a:ext cx="1206500" cy="7775575"/>
          </a:xfrm>
          <a:prstGeom prst="cube">
            <a:avLst>
              <a:gd name="adj" fmla="val 18241"/>
            </a:avLst>
          </a:prstGeom>
          <a:gradFill rotWithShape="0">
            <a:gsLst>
              <a:gs pos="0">
                <a:srgbClr val="FAFD00"/>
              </a:gs>
              <a:gs pos="100000">
                <a:srgbClr val="FFFFFF"/>
              </a:gs>
            </a:gsLst>
            <a:path path="rect">
              <a:fillToRect l="50000" t="50000" r="50000" b="50000"/>
            </a:path>
          </a:gradFill>
          <a:ln w="12700">
            <a:solidFill>
              <a:srgbClr val="000000"/>
            </a:solidFill>
            <a:miter lim="800000"/>
            <a:headEnd/>
            <a:tailEnd/>
          </a:ln>
          <a:effectLst>
            <a:outerShdw dist="89803" dir="2700000" algn="ctr" rotWithShape="0">
              <a:schemeClr val="bg2"/>
            </a:outerShdw>
          </a:effectLst>
        </p:spPr>
        <p:txBody>
          <a:bodyPr rot="10800000" vert="eaVert" wrap="none" lIns="103188" tIns="50800" rIns="103188" bIns="50800" anchor="ctr"/>
          <a:lstStyle>
            <a:lvl1pPr defTabSz="1030288">
              <a:defRPr>
                <a:solidFill>
                  <a:schemeClr val="tx1"/>
                </a:solidFill>
                <a:latin typeface="Calibri" panose="020F0502020204030204" pitchFamily="34" charset="0"/>
              </a:defRPr>
            </a:lvl1pPr>
            <a:lvl2pPr marL="742950" indent="-285750" defTabSz="1030288">
              <a:defRPr>
                <a:solidFill>
                  <a:schemeClr val="tx1"/>
                </a:solidFill>
                <a:latin typeface="Calibri" panose="020F0502020204030204" pitchFamily="34" charset="0"/>
              </a:defRPr>
            </a:lvl2pPr>
            <a:lvl3pPr marL="1143000" indent="-228600" defTabSz="1030288">
              <a:defRPr>
                <a:solidFill>
                  <a:schemeClr val="tx1"/>
                </a:solidFill>
                <a:latin typeface="Calibri" panose="020F0502020204030204" pitchFamily="34" charset="0"/>
              </a:defRPr>
            </a:lvl3pPr>
            <a:lvl4pPr marL="1600200" indent="-228600" defTabSz="1030288">
              <a:defRPr>
                <a:solidFill>
                  <a:schemeClr val="tx1"/>
                </a:solidFill>
                <a:latin typeface="Calibri" panose="020F0502020204030204" pitchFamily="34" charset="0"/>
              </a:defRPr>
            </a:lvl4pPr>
            <a:lvl5pPr marL="2057400" indent="-228600" defTabSz="1030288">
              <a:defRPr>
                <a:solidFill>
                  <a:schemeClr val="tx1"/>
                </a:solidFill>
                <a:latin typeface="Calibri" panose="020F0502020204030204" pitchFamily="34" charset="0"/>
              </a:defRPr>
            </a:lvl5pPr>
            <a:lvl6pPr marL="2514600" indent="-228600" defTabSz="1030288" eaLnBrk="0" fontAlgn="base" hangingPunct="0">
              <a:spcBef>
                <a:spcPct val="0"/>
              </a:spcBef>
              <a:spcAft>
                <a:spcPct val="0"/>
              </a:spcAft>
              <a:defRPr>
                <a:solidFill>
                  <a:schemeClr val="tx1"/>
                </a:solidFill>
                <a:latin typeface="Calibri" panose="020F0502020204030204" pitchFamily="34" charset="0"/>
              </a:defRPr>
            </a:lvl6pPr>
            <a:lvl7pPr marL="2971800" indent="-228600" defTabSz="1030288" eaLnBrk="0" fontAlgn="base" hangingPunct="0">
              <a:spcBef>
                <a:spcPct val="0"/>
              </a:spcBef>
              <a:spcAft>
                <a:spcPct val="0"/>
              </a:spcAft>
              <a:defRPr>
                <a:solidFill>
                  <a:schemeClr val="tx1"/>
                </a:solidFill>
                <a:latin typeface="Calibri" panose="020F0502020204030204" pitchFamily="34" charset="0"/>
              </a:defRPr>
            </a:lvl7pPr>
            <a:lvl8pPr marL="3429000" indent="-228600" defTabSz="1030288" eaLnBrk="0" fontAlgn="base" hangingPunct="0">
              <a:spcBef>
                <a:spcPct val="0"/>
              </a:spcBef>
              <a:spcAft>
                <a:spcPct val="0"/>
              </a:spcAft>
              <a:defRPr>
                <a:solidFill>
                  <a:schemeClr val="tx1"/>
                </a:solidFill>
                <a:latin typeface="Calibri" panose="020F0502020204030204" pitchFamily="34" charset="0"/>
              </a:defRPr>
            </a:lvl8pPr>
            <a:lvl9pPr marL="3886200" indent="-228600" defTabSz="1030288"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2800" b="1">
                <a:solidFill>
                  <a:srgbClr val="000000"/>
                </a:solidFill>
                <a:latin typeface="Arial" panose="020B0604020202020204" pitchFamily="34" charset="0"/>
              </a:rPr>
              <a:t>Issues in the Technological</a:t>
            </a:r>
          </a:p>
          <a:p>
            <a:pPr algn="ctr" eaLnBrk="1" hangingPunct="1"/>
            <a:r>
              <a:rPr lang="en-US" altLang="en-US" sz="2800" b="1">
                <a:solidFill>
                  <a:srgbClr val="000000"/>
                </a:solidFill>
                <a:latin typeface="Arial" panose="020B0604020202020204" pitchFamily="34" charset="0"/>
              </a:rPr>
              <a:t>Environment</a:t>
            </a:r>
          </a:p>
        </p:txBody>
      </p:sp>
    </p:spTree>
  </p:cSld>
  <p:clrMapOvr>
    <a:masterClrMapping/>
  </p:clrMapOvr>
  <p:transition spd="slow">
    <p:random/>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effectLst>
                  <a:outerShdw blurRad="38100" dist="38100" dir="2700000" algn="tl">
                    <a:srgbClr val="000000"/>
                  </a:outerShdw>
                </a:effectLst>
              </a:rPr>
              <a:t>Political and Social Environment</a:t>
            </a:r>
            <a:endParaRPr lang="en-US" dirty="0"/>
          </a:p>
        </p:txBody>
      </p:sp>
      <p:sp>
        <p:nvSpPr>
          <p:cNvPr id="38914" name="Content Placeholder 2"/>
          <p:cNvSpPr>
            <a:spLocks noGrp="1" noChangeArrowheads="1"/>
          </p:cNvSpPr>
          <p:nvPr>
            <p:ph idx="1"/>
          </p:nvPr>
        </p:nvSpPr>
        <p:spPr/>
        <p:txBody>
          <a:bodyPr/>
          <a:lstStyle/>
          <a:p>
            <a:pPr>
              <a:defRPr/>
            </a:pPr>
            <a:r>
              <a:rPr lang="en-US" altLang="en-US" sz="3200" dirty="0"/>
              <a:t>laws, agencies and groups that influence or limit marketing actions.</a:t>
            </a:r>
          </a:p>
          <a:p>
            <a:pPr>
              <a:defRPr/>
            </a:pPr>
            <a:r>
              <a:rPr lang="en-US" altLang="en-US" sz="3200" dirty="0"/>
              <a:t>Legislation Regulating Business </a:t>
            </a:r>
          </a:p>
          <a:p>
            <a:pPr>
              <a:defRPr/>
            </a:pPr>
            <a:r>
              <a:rPr lang="en-US" altLang="en-US" sz="3200" dirty="0"/>
              <a:t>Increased Emphasis on Ethics and Socially Responsible Actions for example:</a:t>
            </a:r>
          </a:p>
          <a:p>
            <a:pPr>
              <a:buFont typeface="Wingdings" pitchFamily="2" charset="2"/>
              <a:buChar char="ü"/>
              <a:defRPr/>
            </a:pPr>
            <a:r>
              <a:rPr lang="en-US" altLang="en-US" sz="3200" dirty="0"/>
              <a:t>Socially Responsible </a:t>
            </a:r>
            <a:r>
              <a:rPr lang="en-US" altLang="en-US" sz="3200" dirty="0" err="1"/>
              <a:t>behaviour</a:t>
            </a:r>
            <a:endParaRPr lang="en-US" altLang="en-US" sz="3200" dirty="0"/>
          </a:p>
          <a:p>
            <a:pPr marL="0" indent="0">
              <a:buFont typeface="Arial" panose="020B0604020202020204" pitchFamily="34" charset="0"/>
              <a:buNone/>
              <a:defRPr/>
            </a:pPr>
            <a:endParaRPr lang="en-US" altLang="en-US" sz="3200" dirty="0"/>
          </a:p>
          <a:p>
            <a:pPr>
              <a:defRPr/>
            </a:pPr>
            <a:endParaRPr lang="en-US" altLang="en-US" sz="3200" dirty="0"/>
          </a:p>
          <a:p>
            <a:pPr>
              <a:defRPr/>
            </a:pPr>
            <a:endParaRPr lang="en-US" alt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effectLst>
                  <a:outerShdw blurRad="38100" dist="38100" dir="2700000" algn="tl">
                    <a:srgbClr val="000000"/>
                  </a:outerShdw>
                </a:effectLst>
              </a:rPr>
              <a:t>Cultural</a:t>
            </a:r>
            <a:endParaRPr lang="en-US" dirty="0"/>
          </a:p>
        </p:txBody>
      </p:sp>
      <p:sp>
        <p:nvSpPr>
          <p:cNvPr id="3" name="Content Placeholder 2"/>
          <p:cNvSpPr>
            <a:spLocks noGrp="1"/>
          </p:cNvSpPr>
          <p:nvPr>
            <p:ph idx="1"/>
          </p:nvPr>
        </p:nvSpPr>
        <p:spPr>
          <a:xfrm>
            <a:off x="1219200" y="2068513"/>
            <a:ext cx="8147050" cy="4932362"/>
          </a:xfrm>
        </p:spPr>
        <p:txBody>
          <a:bodyPr/>
          <a:lstStyle/>
          <a:p>
            <a:pPr marL="0" indent="0">
              <a:buFont typeface="Arial" panose="020B0604020202020204" pitchFamily="34" charset="0"/>
              <a:buNone/>
              <a:defRPr/>
            </a:pPr>
            <a:r>
              <a:rPr lang="en-US" sz="3200" dirty="0"/>
              <a:t>Forces that affect a society’s basic values, perceptions, preferences, and behaviors.</a:t>
            </a:r>
          </a:p>
          <a:p>
            <a:pPr>
              <a:defRPr/>
            </a:pPr>
            <a:r>
              <a:rPr lang="en-US" sz="3200" dirty="0"/>
              <a:t>Persistence of cultural values</a:t>
            </a:r>
          </a:p>
          <a:p>
            <a:pPr marL="0" indent="0">
              <a:buFont typeface="Arial" panose="020B0604020202020204" pitchFamily="34" charset="0"/>
              <a:buNone/>
              <a:defRPr/>
            </a:pPr>
            <a:r>
              <a:rPr lang="en-US" sz="3200" dirty="0"/>
              <a:t>Core beliefs and values have a high degree of persistence. For example Asians believe in working, getting married, giving charity, and have strong faith in religion. </a:t>
            </a:r>
          </a:p>
          <a:p>
            <a:pPr>
              <a:defRPr/>
            </a:pPr>
            <a:r>
              <a:rPr lang="en-US" sz="3200" dirty="0"/>
              <a:t>Shift in secondary cultural values</a:t>
            </a:r>
          </a:p>
          <a:p>
            <a:pPr marL="0" indent="0">
              <a:buFont typeface="Arial" panose="020B0604020202020204" pitchFamily="34" charset="0"/>
              <a:buNone/>
              <a:defRPr/>
            </a:pPr>
            <a:r>
              <a:rPr lang="en-US" sz="3200" dirty="0"/>
              <a:t>Secondary value is which age do you marry, dress modestly </a:t>
            </a:r>
            <a:r>
              <a:rPr lang="en-US" sz="3200" dirty="0" err="1"/>
              <a:t>etc</a:t>
            </a:r>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Title 1"/>
          <p:cNvSpPr>
            <a:spLocks noGrp="1" noChangeArrowheads="1"/>
          </p:cNvSpPr>
          <p:nvPr>
            <p:ph type="title"/>
          </p:nvPr>
        </p:nvSpPr>
        <p:spPr/>
        <p:txBody>
          <a:bodyPr/>
          <a:lstStyle/>
          <a:p>
            <a:endParaRPr lang="en-US" altLang="en-US" smtClean="0"/>
          </a:p>
        </p:txBody>
      </p:sp>
      <p:sp>
        <p:nvSpPr>
          <p:cNvPr id="40962" name="Content Placeholder 2"/>
          <p:cNvSpPr>
            <a:spLocks noGrp="1" noChangeArrowheads="1"/>
          </p:cNvSpPr>
          <p:nvPr>
            <p:ph idx="1"/>
          </p:nvPr>
        </p:nvSpPr>
        <p:spPr/>
        <p:txBody>
          <a:bodyPr/>
          <a:lstStyle/>
          <a:p>
            <a:r>
              <a:rPr lang="en-US" altLang="en-US" smtClean="0"/>
              <a:t>People’s view of themselves (self realization)</a:t>
            </a:r>
          </a:p>
          <a:p>
            <a:r>
              <a:rPr lang="en-US" altLang="en-US" smtClean="0"/>
              <a:t>People’s view others (social or anti social)</a:t>
            </a:r>
          </a:p>
          <a:p>
            <a:r>
              <a:rPr lang="en-US" altLang="en-US" smtClean="0"/>
              <a:t>People’s views of organizations (to earn or to get satisfaction)</a:t>
            </a:r>
          </a:p>
          <a:p>
            <a:r>
              <a:rPr lang="en-US" altLang="en-US" smtClean="0"/>
              <a:t>People’s view of society (patriotism)</a:t>
            </a:r>
          </a:p>
          <a:p>
            <a:r>
              <a:rPr lang="en-US" altLang="en-US" smtClean="0"/>
              <a:t>People’s view of nature (ruled the nature or live in it by harmony)</a:t>
            </a:r>
          </a:p>
          <a:p>
            <a:r>
              <a:rPr lang="en-US" altLang="en-US" smtClean="0"/>
              <a:t>People’s view of universe (Atheist and theist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Title 1"/>
          <p:cNvSpPr>
            <a:spLocks noGrp="1" noChangeArrowheads="1"/>
          </p:cNvSpPr>
          <p:nvPr>
            <p:ph type="title"/>
          </p:nvPr>
        </p:nvSpPr>
        <p:spPr>
          <a:xfrm>
            <a:off x="381000" y="414338"/>
            <a:ext cx="8985250" cy="1501775"/>
          </a:xfrm>
        </p:spPr>
        <p:txBody>
          <a:bodyPr/>
          <a:lstStyle/>
          <a:p>
            <a:pPr eaLnBrk="1" hangingPunct="1"/>
            <a:r>
              <a:rPr lang="en-US" altLang="en-US" sz="4000" b="1" smtClean="0"/>
              <a:t>Responding to the Marketing Environment</a:t>
            </a:r>
          </a:p>
        </p:txBody>
      </p:sp>
      <p:sp>
        <p:nvSpPr>
          <p:cNvPr id="3" name="Content Placeholder 2"/>
          <p:cNvSpPr>
            <a:spLocks noGrp="1"/>
          </p:cNvSpPr>
          <p:nvPr>
            <p:ph idx="1"/>
          </p:nvPr>
        </p:nvSpPr>
        <p:spPr/>
        <p:txBody>
          <a:bodyPr rtlCol="0">
            <a:normAutofit fontScale="92500" lnSpcReduction="10000"/>
          </a:bodyPr>
          <a:lstStyle/>
          <a:p>
            <a:pPr marL="0" indent="0" defTabSz="1005840" eaLnBrk="1" fontAlgn="auto" hangingPunct="1">
              <a:spcAft>
                <a:spcPts val="0"/>
              </a:spcAft>
              <a:buClr>
                <a:srgbClr val="EAEC5E"/>
              </a:buClr>
              <a:buFont typeface="Arial" panose="020B0604020202020204" pitchFamily="34" charset="0"/>
              <a:buNone/>
              <a:defRPr/>
            </a:pPr>
            <a:r>
              <a:rPr lang="en-US" sz="3200" dirty="0"/>
              <a:t>There are three types of firms</a:t>
            </a:r>
          </a:p>
          <a:p>
            <a:pPr marL="0" indent="0" defTabSz="1005840" eaLnBrk="1" fontAlgn="auto" hangingPunct="1">
              <a:spcAft>
                <a:spcPts val="0"/>
              </a:spcAft>
              <a:buClr>
                <a:srgbClr val="EAEC5E"/>
              </a:buClr>
              <a:buFont typeface="Arial" panose="020B0604020202020204" pitchFamily="34" charset="0"/>
              <a:buNone/>
              <a:defRPr/>
            </a:pPr>
            <a:r>
              <a:rPr lang="en-US" sz="3200" dirty="0"/>
              <a:t>1. Those who make things happen</a:t>
            </a:r>
          </a:p>
          <a:p>
            <a:pPr marL="0" indent="0" defTabSz="1005840" eaLnBrk="1" fontAlgn="auto" hangingPunct="1">
              <a:spcAft>
                <a:spcPts val="0"/>
              </a:spcAft>
              <a:buClr>
                <a:srgbClr val="EAEC5E"/>
              </a:buClr>
              <a:buFont typeface="Arial" panose="020B0604020202020204" pitchFamily="34" charset="0"/>
              <a:buNone/>
              <a:defRPr/>
            </a:pPr>
            <a:r>
              <a:rPr lang="en-US" sz="3200" dirty="0"/>
              <a:t>2. Those who watch things happen</a:t>
            </a:r>
          </a:p>
          <a:p>
            <a:pPr marL="0" indent="0" defTabSz="1005840" eaLnBrk="1" fontAlgn="auto" hangingPunct="1">
              <a:spcAft>
                <a:spcPts val="0"/>
              </a:spcAft>
              <a:buClr>
                <a:srgbClr val="EAEC5E"/>
              </a:buClr>
              <a:buFont typeface="Arial" panose="020B0604020202020204" pitchFamily="34" charset="0"/>
              <a:buNone/>
              <a:defRPr/>
            </a:pPr>
            <a:r>
              <a:rPr lang="en-US" sz="3200" dirty="0"/>
              <a:t>3. Those who wonder what happened</a:t>
            </a:r>
          </a:p>
          <a:p>
            <a:pPr marL="1005840" lvl="2" indent="0" defTabSz="1005840" eaLnBrk="1" fontAlgn="auto" hangingPunct="1">
              <a:spcAft>
                <a:spcPts val="0"/>
              </a:spcAft>
              <a:buClr>
                <a:srgbClr val="EAEC5E"/>
              </a:buClr>
              <a:buFont typeface="Arial" panose="020B0604020202020204" pitchFamily="34" charset="0"/>
              <a:buNone/>
              <a:defRPr/>
            </a:pPr>
            <a:endParaRPr lang="en-US" sz="3200" dirty="0"/>
          </a:p>
          <a:p>
            <a:pPr marL="1005840" lvl="2" indent="0" defTabSz="1005840" eaLnBrk="1" fontAlgn="auto" hangingPunct="1">
              <a:spcAft>
                <a:spcPts val="0"/>
              </a:spcAft>
              <a:buClr>
                <a:srgbClr val="EAEC5E"/>
              </a:buClr>
              <a:buFont typeface="Arial" panose="020B0604020202020204" pitchFamily="34" charset="0"/>
              <a:buNone/>
              <a:defRPr/>
            </a:pPr>
            <a:r>
              <a:rPr lang="en-US" sz="3200" dirty="0"/>
              <a:t>Taking a</a:t>
            </a:r>
            <a:r>
              <a:rPr lang="en-US" sz="3200" i="1" dirty="0"/>
              <a:t> </a:t>
            </a:r>
            <a:r>
              <a:rPr lang="en-US" sz="3200" i="1" u="sng" dirty="0"/>
              <a:t>proactive</a:t>
            </a:r>
            <a:r>
              <a:rPr lang="en-US" sz="3200" i="1" dirty="0"/>
              <a:t> </a:t>
            </a:r>
            <a:r>
              <a:rPr lang="en-US" sz="3200" dirty="0"/>
              <a:t>approach to managing the microenvironment and the macroenvironment to affect changes that are favorable for the company. How? Hire lobbyists , run “advertorials”, file law suits and complaints, and form agreements. </a:t>
            </a:r>
          </a:p>
          <a:p>
            <a:pPr eaLnBrk="1" hangingPunct="1">
              <a:defRPr/>
            </a:pPr>
            <a:endParaRPr 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2.xml><?xml version="1.0" encoding="utf-8"?>
<a:theme xmlns:a="http://schemas.openxmlformats.org/drawingml/2006/main" name="Office Theme">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22837</TotalTime>
  <Pages>17</Pages>
  <Words>1523</Words>
  <Application>Microsoft Office PowerPoint</Application>
  <PresentationFormat>Custom</PresentationFormat>
  <Paragraphs>198</Paragraphs>
  <Slides>21</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Calibri</vt:lpstr>
      <vt:lpstr>Arial</vt:lpstr>
      <vt:lpstr>Calibri Light</vt:lpstr>
      <vt:lpstr>Symbol</vt:lpstr>
      <vt:lpstr>Helvetica</vt:lpstr>
      <vt:lpstr>Times New Roman</vt:lpstr>
      <vt:lpstr>Wingdings</vt:lpstr>
      <vt:lpstr>Office Theme</vt:lpstr>
      <vt:lpstr>Chapter 3</vt:lpstr>
      <vt:lpstr>Marketing Environment</vt:lpstr>
      <vt:lpstr>The Marketing Environment</vt:lpstr>
      <vt:lpstr>PowerPoint Presentation</vt:lpstr>
      <vt:lpstr>1. Company’s Internal Environment</vt:lpstr>
      <vt:lpstr>2. Suppliers</vt:lpstr>
      <vt:lpstr>Marketing Intermediaries</vt:lpstr>
      <vt:lpstr>4. Competitors</vt:lpstr>
      <vt:lpstr>5. Publics</vt:lpstr>
      <vt:lpstr>Customers</vt:lpstr>
      <vt:lpstr>The Macroenvironment</vt:lpstr>
      <vt:lpstr>Demographic</vt:lpstr>
      <vt:lpstr>Economic</vt:lpstr>
      <vt:lpstr>Natural Environment </vt:lpstr>
      <vt:lpstr>Natural Environment</vt:lpstr>
      <vt:lpstr>Technological</vt:lpstr>
      <vt:lpstr>Technological Environment</vt:lpstr>
      <vt:lpstr>Political and Social Environment</vt:lpstr>
      <vt:lpstr>Cultural</vt:lpstr>
      <vt:lpstr>PowerPoint Presentation</vt:lpstr>
      <vt:lpstr>Responding to the Marketing Environment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3:  The Marketing Environment</dc:title>
  <dc:subject>Kotler/Armstrong, 8th Edition</dc:subject>
  <dc:creator>Kellye K. Brooks</dc:creator>
  <cp:keywords/>
  <dc:description/>
  <cp:lastModifiedBy>Mahnoor</cp:lastModifiedBy>
  <cp:revision>128</cp:revision>
  <cp:lastPrinted>1998-02-25T07:36:54Z</cp:lastPrinted>
  <dcterms:created xsi:type="dcterms:W3CDTF">1998-05-19T14:20:34Z</dcterms:created>
  <dcterms:modified xsi:type="dcterms:W3CDTF">2025-08-22T06:39:27Z</dcterms:modified>
</cp:coreProperties>
</file>