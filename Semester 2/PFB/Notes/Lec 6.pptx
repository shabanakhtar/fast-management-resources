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4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4" r:id="rId29"/>
    <p:sldId id="286" r:id="rId30"/>
    <p:sldId id="287" r:id="rId31"/>
    <p:sldId id="291" r:id="rId32"/>
    <p:sldId id="292" r:id="rId33"/>
    <p:sldId id="29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95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6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0396"/>
            <a:ext cx="7772400" cy="1470025"/>
          </a:xfrm>
        </p:spPr>
        <p:txBody>
          <a:bodyPr/>
          <a:lstStyle/>
          <a:p>
            <a:r>
              <a:rPr lang="en-GB" b="1" dirty="0"/>
              <a:t>Programming for Business</a:t>
            </a:r>
            <a:r>
              <a:rPr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40421"/>
            <a:ext cx="6466114" cy="2798379"/>
          </a:xfrm>
        </p:spPr>
        <p:txBody>
          <a:bodyPr>
            <a:normAutofit/>
          </a:bodyPr>
          <a:lstStyle/>
          <a:p>
            <a:r>
              <a:rPr lang="en-GB" b="1" dirty="0"/>
              <a:t>Files &amp; Exceptions Handling</a:t>
            </a:r>
            <a:br>
              <a:rPr lang="en-GB" b="1" dirty="0"/>
            </a:br>
            <a:r>
              <a:rPr lang="en-GB" b="1" dirty="0"/>
              <a:t>FAST–NUCES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Miss Shumaila Arshad</a:t>
            </a:r>
            <a:endParaRPr lang="en-GB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a File?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file is a collection of data stored permanently on a storage device.</a:t>
            </a:r>
          </a:p>
          <a:p>
            <a:r>
              <a:rPr dirty="0"/>
              <a:t>Programs use files to save data so it can be reused later.</a:t>
            </a:r>
            <a:endParaRPr lang="en-US" dirty="0"/>
          </a:p>
          <a:p>
            <a:r>
              <a:rPr lang="en-GB" dirty="0"/>
              <a:t>Example: Text files, CSV files, log files.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Life Example -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Student database in universities</a:t>
            </a:r>
          </a:p>
          <a:p>
            <a:pPr marL="0" indent="0">
              <a:buNone/>
            </a:pPr>
            <a:r>
              <a:rPr dirty="0"/>
              <a:t>• ATM transaction logs</a:t>
            </a:r>
          </a:p>
          <a:p>
            <a:pPr marL="0" indent="0">
              <a:buNone/>
            </a:pPr>
            <a:r>
              <a:rPr dirty="0"/>
              <a:t>• Hospital patient records</a:t>
            </a:r>
          </a:p>
          <a:p>
            <a:pPr marL="0" indent="0">
              <a:buNone/>
            </a:pPr>
            <a:r>
              <a:rPr dirty="0"/>
              <a:t>• Company employee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Files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persistence</a:t>
            </a:r>
            <a:r>
              <a:rPr lang="en-US" dirty="0"/>
              <a:t> – to store data permanently</a:t>
            </a:r>
            <a:endParaRPr dirty="0"/>
          </a:p>
          <a:p>
            <a:pPr marL="0" indent="0">
              <a:buNone/>
            </a:pPr>
            <a:r>
              <a:rPr dirty="0"/>
              <a:t>• Data sharing</a:t>
            </a:r>
            <a:r>
              <a:rPr lang="en-US" dirty="0"/>
              <a:t> – to read data later</a:t>
            </a:r>
            <a:endParaRPr dirty="0"/>
          </a:p>
          <a:p>
            <a:pPr marL="0" indent="0">
              <a:buNone/>
            </a:pPr>
            <a:r>
              <a:rPr dirty="0"/>
              <a:t>• Data processing</a:t>
            </a:r>
            <a:r>
              <a:rPr lang="en-US" dirty="0"/>
              <a:t> – to process large data</a:t>
            </a:r>
            <a:endParaRPr dirty="0"/>
          </a:p>
          <a:p>
            <a:pPr marL="0" indent="0">
              <a:buNone/>
            </a:pPr>
            <a:r>
              <a:rPr dirty="0"/>
              <a:t>• Used in business applications</a:t>
            </a:r>
            <a:r>
              <a:rPr lang="en-US" dirty="0"/>
              <a:t> - to share data between programs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Handling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Open file</a:t>
            </a:r>
          </a:p>
          <a:p>
            <a:pPr marL="0" indent="0">
              <a:buNone/>
            </a:pPr>
            <a:r>
              <a:rPr dirty="0"/>
              <a:t>2. Perform operation (read/write)</a:t>
            </a:r>
          </a:p>
          <a:p>
            <a:pPr marL="0" indent="0">
              <a:buNone/>
            </a:pPr>
            <a:r>
              <a:rPr dirty="0"/>
              <a:t>3. Close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Modes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 → Read only</a:t>
            </a:r>
          </a:p>
          <a:p>
            <a:r>
              <a:rPr dirty="0"/>
              <a:t>w → Write (overwrite)</a:t>
            </a:r>
          </a:p>
          <a:p>
            <a:r>
              <a:rPr dirty="0"/>
              <a:t>a → Append</a:t>
            </a:r>
          </a:p>
          <a:p>
            <a:r>
              <a:rPr dirty="0"/>
              <a:t>r+ → Read and write</a:t>
            </a:r>
            <a:endParaRPr lang="en-US" dirty="0"/>
          </a:p>
          <a:p>
            <a:endParaRPr lang="en-PK" dirty="0"/>
          </a:p>
          <a:p>
            <a:pPr marL="0" indent="0">
              <a:buNone/>
            </a:pPr>
            <a:r>
              <a:rPr lang="en-GB" dirty="0"/>
              <a:t>Syntax:</a:t>
            </a:r>
          </a:p>
          <a:p>
            <a:pPr marL="0" indent="0">
              <a:buNone/>
            </a:pPr>
            <a:r>
              <a:rPr lang="en-GB" dirty="0"/>
              <a:t>open('</a:t>
            </a:r>
            <a:r>
              <a:rPr lang="en-GB" dirty="0" err="1"/>
              <a:t>file.txt</a:t>
            </a:r>
            <a:r>
              <a:rPr lang="en-GB" dirty="0"/>
              <a:t>', 'mode')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to File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 = open('</a:t>
            </a:r>
            <a:r>
              <a:rPr dirty="0" err="1"/>
              <a:t>data.txt','w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 err="1"/>
              <a:t>f.write</a:t>
            </a:r>
            <a:r>
              <a:rPr dirty="0"/>
              <a:t>('Hello World')</a:t>
            </a:r>
          </a:p>
          <a:p>
            <a:pPr marL="0" indent="0">
              <a:buNone/>
            </a:pPr>
            <a:r>
              <a:rPr dirty="0" err="1"/>
              <a:t>f.close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File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f = open('</a:t>
            </a:r>
            <a:r>
              <a:rPr dirty="0" err="1"/>
              <a:t>data.txt','r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/>
              <a:t>print(</a:t>
            </a:r>
            <a:r>
              <a:rPr dirty="0" err="1"/>
              <a:t>f.read</a:t>
            </a:r>
            <a:r>
              <a:rPr dirty="0"/>
              <a:t>())</a:t>
            </a:r>
          </a:p>
          <a:p>
            <a:pPr marL="0" indent="0">
              <a:buNone/>
            </a:pPr>
            <a:r>
              <a:rPr dirty="0" err="1"/>
              <a:t>f.close</a:t>
            </a:r>
            <a:r>
              <a:rPr dirty="0"/>
              <a:t>()</a:t>
            </a:r>
            <a:endParaRPr lang="en-US" dirty="0"/>
          </a:p>
          <a:p>
            <a:pPr marL="0" indent="0">
              <a:buNone/>
            </a:pPr>
            <a:endParaRPr lang="en-PK" dirty="0"/>
          </a:p>
          <a:p>
            <a:pPr marL="0" indent="0">
              <a:buNone/>
            </a:pPr>
            <a:r>
              <a:rPr lang="en-GB" dirty="0"/>
              <a:t>O</a:t>
            </a:r>
            <a:r>
              <a:rPr lang="en-PK" dirty="0"/>
              <a:t>r </a:t>
            </a:r>
            <a:br>
              <a:rPr lang="en-PK" dirty="0"/>
            </a:br>
            <a:r>
              <a:rPr lang="en-GB" dirty="0"/>
              <a:t>f = open('</a:t>
            </a:r>
            <a:r>
              <a:rPr lang="en-GB" dirty="0" err="1"/>
              <a:t>data.txt</a:t>
            </a:r>
            <a:r>
              <a:rPr lang="en-GB" dirty="0"/>
              <a:t>', 'r')</a:t>
            </a:r>
          </a:p>
          <a:p>
            <a:pPr marL="0" indent="0">
              <a:buNone/>
            </a:pPr>
            <a:r>
              <a:rPr lang="en-GB" dirty="0"/>
              <a:t>content = </a:t>
            </a:r>
            <a:r>
              <a:rPr lang="en-GB" dirty="0" err="1"/>
              <a:t>f.read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n-GB" dirty="0"/>
              <a:t>print(content)</a:t>
            </a:r>
          </a:p>
          <a:p>
            <a:pPr marL="0" indent="0">
              <a:buNone/>
            </a:pPr>
            <a:r>
              <a:rPr lang="en-GB" dirty="0" err="1"/>
              <a:t>f.close</a:t>
            </a:r>
            <a:r>
              <a:rPr lang="en-GB" dirty="0"/>
              <a:t>()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 = open('</a:t>
            </a:r>
            <a:r>
              <a:rPr dirty="0" err="1"/>
              <a:t>data.txt','a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 err="1"/>
              <a:t>f.write</a:t>
            </a:r>
            <a:r>
              <a:rPr dirty="0"/>
              <a:t>('New Line')</a:t>
            </a:r>
          </a:p>
          <a:p>
            <a:pPr marL="0" indent="0">
              <a:buNone/>
            </a:pPr>
            <a:r>
              <a:rPr dirty="0" err="1"/>
              <a:t>f.close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Processing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Records are structured data</a:t>
            </a:r>
            <a:r>
              <a:rPr lang="en-US" dirty="0"/>
              <a:t> in files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b="1" dirty="0"/>
              <a:t>Example:</a:t>
            </a:r>
          </a:p>
          <a:p>
            <a:pPr marL="0" indent="0">
              <a:buNone/>
            </a:pPr>
            <a:r>
              <a:rPr dirty="0"/>
              <a:t>Ali,20,85</a:t>
            </a:r>
          </a:p>
          <a:p>
            <a:pPr marL="0" indent="0">
              <a:buNone/>
            </a:pPr>
            <a:r>
              <a:rPr dirty="0"/>
              <a:t>Sara,22,90</a:t>
            </a:r>
          </a:p>
          <a:p>
            <a:r>
              <a:rPr dirty="0"/>
              <a:t>Used in databases and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 = open('</a:t>
            </a:r>
            <a:r>
              <a:rPr dirty="0" err="1"/>
              <a:t>students.txt','r</a:t>
            </a:r>
            <a:r>
              <a:rPr dirty="0"/>
              <a:t>’)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for line in f: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lang="en-US" dirty="0"/>
              <a:t>   </a:t>
            </a:r>
            <a:r>
              <a:rPr dirty="0"/>
              <a:t>print(line)</a:t>
            </a:r>
          </a:p>
          <a:p>
            <a:pPr marL="0" indent="0">
              <a:buNone/>
            </a:pPr>
            <a:r>
              <a:rPr dirty="0" err="1"/>
              <a:t>f.close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AD5C-05BA-02A7-E1BD-5013AE5B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50B7-2F7C-AF31-E027-4D18C2B7D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file is not closed:</a:t>
            </a:r>
          </a:p>
          <a:p>
            <a:r>
              <a:rPr lang="en-GB" dirty="0"/>
              <a:t>Data may </a:t>
            </a:r>
            <a:r>
              <a:rPr lang="en-GB" b="1" dirty="0"/>
              <a:t>not be saved properly</a:t>
            </a:r>
            <a:endParaRPr lang="en-GB" dirty="0"/>
          </a:p>
          <a:p>
            <a:r>
              <a:rPr lang="en-GB" dirty="0"/>
              <a:t>Leads to </a:t>
            </a:r>
            <a:r>
              <a:rPr lang="en-GB" b="1" dirty="0"/>
              <a:t>unexpected results</a:t>
            </a:r>
            <a:endParaRPr lang="en-GB" dirty="0"/>
          </a:p>
          <a:p>
            <a:r>
              <a:rPr lang="en-GB" b="1" dirty="0"/>
              <a:t>One-Line Rule</a:t>
            </a:r>
          </a:p>
          <a:p>
            <a:r>
              <a:rPr lang="en-GB" b="1" dirty="0"/>
              <a:t>Always close the file after writing, or use with open()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1046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 to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Exceptions are runtime errors</a:t>
            </a:r>
            <a:r>
              <a:rPr lang="en-US" dirty="0"/>
              <a:t> meaning it occurs during program execution</a:t>
            </a:r>
            <a:r>
              <a:rPr dirty="0"/>
              <a:t>.</a:t>
            </a:r>
          </a:p>
          <a:p>
            <a:r>
              <a:rPr dirty="0"/>
              <a:t>They stop program execution if not handled.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ValueError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FileNotFoundError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ZeroDivisionError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TypeError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Exception Handling?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Prevent crashes</a:t>
            </a:r>
          </a:p>
          <a:p>
            <a:pPr marL="0" indent="0">
              <a:buNone/>
            </a:pPr>
            <a:r>
              <a:rPr dirty="0"/>
              <a:t>• Improve user experience</a:t>
            </a:r>
          </a:p>
          <a:p>
            <a:pPr marL="0" indent="0">
              <a:buNone/>
            </a:pPr>
            <a:r>
              <a:rPr dirty="0"/>
              <a:t>• Handle unexpected inputs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try:</a:t>
            </a:r>
          </a:p>
          <a:p>
            <a:pPr marL="0" indent="0">
              <a:buNone/>
            </a:pPr>
            <a:r>
              <a:rPr dirty="0"/>
              <a:t>    code</a:t>
            </a:r>
          </a:p>
          <a:p>
            <a:pPr marL="0" indent="0">
              <a:buNone/>
            </a:pPr>
            <a:r>
              <a:rPr dirty="0"/>
              <a:t>except:</a:t>
            </a:r>
          </a:p>
          <a:p>
            <a:pPr marL="0" indent="0">
              <a:buNone/>
            </a:pPr>
            <a:r>
              <a:rPr dirty="0"/>
              <a:t>    handle error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- Value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try:</a:t>
            </a:r>
          </a:p>
          <a:p>
            <a:pPr marL="0" indent="0">
              <a:buNone/>
            </a:pPr>
            <a:r>
              <a:rPr dirty="0"/>
              <a:t>    x = int(input())</a:t>
            </a:r>
          </a:p>
          <a:p>
            <a:pPr marL="0" indent="0">
              <a:buNone/>
            </a:pPr>
            <a:r>
              <a:rPr dirty="0"/>
              <a:t>except </a:t>
            </a:r>
            <a:r>
              <a:rPr dirty="0" err="1"/>
              <a:t>ValueError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print('Invalid input')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- Division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try:</a:t>
            </a:r>
          </a:p>
          <a:p>
            <a:pPr marL="0" indent="0">
              <a:buNone/>
            </a:pPr>
            <a:r>
              <a:rPr dirty="0"/>
              <a:t>    print(10/0)</a:t>
            </a:r>
          </a:p>
          <a:p>
            <a:pPr marL="0" indent="0">
              <a:buNone/>
            </a:pPr>
            <a:r>
              <a:rPr dirty="0"/>
              <a:t>except </a:t>
            </a:r>
            <a:r>
              <a:rPr dirty="0" err="1"/>
              <a:t>ZeroDivisionError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print('Cannot divide by zero')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- File Handling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try:</a:t>
            </a:r>
          </a:p>
          <a:p>
            <a:pPr marL="0" indent="0">
              <a:buNone/>
            </a:pPr>
            <a:r>
              <a:rPr dirty="0"/>
              <a:t>    f = open('</a:t>
            </a:r>
            <a:r>
              <a:rPr dirty="0" err="1"/>
              <a:t>abc.txt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/>
              <a:t>except </a:t>
            </a:r>
            <a:r>
              <a:rPr dirty="0" err="1"/>
              <a:t>FileNotFoundError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print('File not found')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try:</a:t>
            </a:r>
          </a:p>
          <a:p>
            <a:pPr marL="0" indent="0">
              <a:buNone/>
            </a:pPr>
            <a:r>
              <a:rPr dirty="0"/>
              <a:t>    x = int(input())</a:t>
            </a:r>
          </a:p>
          <a:p>
            <a:pPr marL="0" indent="0">
              <a:buNone/>
            </a:pPr>
            <a:r>
              <a:rPr dirty="0"/>
              <a:t>    print(10/x)</a:t>
            </a:r>
          </a:p>
          <a:p>
            <a:pPr marL="0" indent="0">
              <a:buNone/>
            </a:pPr>
            <a:r>
              <a:rPr dirty="0"/>
              <a:t>except </a:t>
            </a:r>
            <a:r>
              <a:rPr dirty="0" err="1"/>
              <a:t>ValueError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print('Invalid number')</a:t>
            </a:r>
          </a:p>
          <a:p>
            <a:pPr marL="0" indent="0">
              <a:buNone/>
            </a:pPr>
            <a:r>
              <a:rPr dirty="0"/>
              <a:t>except </a:t>
            </a:r>
            <a:r>
              <a:rPr dirty="0" err="1"/>
              <a:t>ZeroDivisionError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print('Division by zero')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Finally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finally</a:t>
            </a:r>
            <a:r>
              <a:rPr dirty="0"/>
              <a:t> always executes.</a:t>
            </a:r>
          </a:p>
          <a:p>
            <a:r>
              <a:rPr dirty="0"/>
              <a:t>Used to close files safely.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with 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try:</a:t>
            </a:r>
          </a:p>
          <a:p>
            <a:pPr marL="0" indent="0">
              <a:buNone/>
            </a:pPr>
            <a:r>
              <a:rPr dirty="0"/>
              <a:t>    f = open('</a:t>
            </a:r>
            <a:r>
              <a:rPr dirty="0" err="1"/>
              <a:t>file.txt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/>
              <a:t>except:</a:t>
            </a:r>
          </a:p>
          <a:p>
            <a:pPr marL="0" indent="0">
              <a:buNone/>
            </a:pPr>
            <a:r>
              <a:rPr dirty="0"/>
              <a:t>    print('Error')</a:t>
            </a:r>
          </a:p>
          <a:p>
            <a:pPr marL="0" indent="0">
              <a:buNone/>
            </a:pPr>
            <a:r>
              <a:rPr dirty="0"/>
              <a:t>finally:</a:t>
            </a:r>
          </a:p>
          <a:p>
            <a:pPr marL="0" indent="0">
              <a:buNone/>
            </a:pPr>
            <a:r>
              <a:rPr dirty="0"/>
              <a:t>    print('Done')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Practice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a program to store and read student name.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 = open('</a:t>
            </a:r>
            <a:r>
              <a:rPr dirty="0" err="1"/>
              <a:t>name.txt','w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 err="1"/>
              <a:t>f.write</a:t>
            </a:r>
            <a:r>
              <a:rPr dirty="0"/>
              <a:t>('Ali')</a:t>
            </a:r>
          </a:p>
          <a:p>
            <a:pPr marL="0" indent="0">
              <a:buNone/>
            </a:pPr>
            <a:r>
              <a:rPr dirty="0" err="1"/>
              <a:t>f.close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dirty="0"/>
              <a:t>f = open('</a:t>
            </a:r>
            <a:r>
              <a:rPr dirty="0" err="1"/>
              <a:t>name.txt','r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/>
              <a:t>print(</a:t>
            </a:r>
            <a:r>
              <a:rPr dirty="0" err="1"/>
              <a:t>f.read</a:t>
            </a:r>
            <a:r>
              <a:rPr dirty="0"/>
              <a:t>())</a:t>
            </a:r>
          </a:p>
          <a:p>
            <a:pPr marL="0" indent="0">
              <a:buNone/>
            </a:pPr>
            <a:r>
              <a:rPr dirty="0" err="1"/>
              <a:t>f.close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Practice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Handle invalid input using exception.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try:</a:t>
            </a:r>
          </a:p>
          <a:p>
            <a:pPr marL="0" indent="0">
              <a:buNone/>
            </a:pPr>
            <a:r>
              <a:rPr dirty="0"/>
              <a:t>    num = int(input())</a:t>
            </a:r>
          </a:p>
          <a:p>
            <a:pPr marL="0" indent="0">
              <a:buNone/>
            </a:pPr>
            <a:r>
              <a:rPr dirty="0"/>
              <a:t>except </a:t>
            </a:r>
            <a:r>
              <a:rPr dirty="0" err="1"/>
              <a:t>ValueError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print('Invalid input')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Practice </a:t>
            </a:r>
            <a:r>
              <a:rPr lang="en-US" b="1" dirty="0"/>
              <a:t>3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program to append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 = open('</a:t>
            </a:r>
            <a:r>
              <a:rPr dirty="0" err="1"/>
              <a:t>file.txt','a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 err="1"/>
              <a:t>f.write</a:t>
            </a:r>
            <a:r>
              <a:rPr dirty="0"/>
              <a:t>('New Data')</a:t>
            </a:r>
          </a:p>
          <a:p>
            <a:pPr marL="0" indent="0">
              <a:buNone/>
            </a:pPr>
            <a:r>
              <a:rPr dirty="0" err="1"/>
              <a:t>f.close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Practice Question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a program to handle division by zero error.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try:</a:t>
            </a:r>
          </a:p>
          <a:p>
            <a:pPr marL="0" indent="0">
              <a:buNone/>
            </a:pPr>
            <a:r>
              <a:rPr dirty="0"/>
              <a:t>    x = int(input())</a:t>
            </a:r>
          </a:p>
          <a:p>
            <a:pPr marL="0" indent="0">
              <a:buNone/>
            </a:pPr>
            <a:r>
              <a:rPr dirty="0"/>
              <a:t>    y = int(input())</a:t>
            </a:r>
          </a:p>
          <a:p>
            <a:pPr marL="0" indent="0">
              <a:buNone/>
            </a:pPr>
            <a:r>
              <a:rPr dirty="0"/>
              <a:t>    print(x/y)</a:t>
            </a:r>
          </a:p>
          <a:p>
            <a:pPr marL="0" indent="0">
              <a:buNone/>
            </a:pPr>
            <a:r>
              <a:rPr dirty="0"/>
              <a:t>except </a:t>
            </a:r>
            <a:r>
              <a:rPr dirty="0" err="1"/>
              <a:t>ZeroDivisionError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print('Cannot divide by zero')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699C-4A1E-5A06-328E-4F66D2B4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9A77D-95FB-B025-6C16-04117A0F6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file = open("</a:t>
            </a:r>
            <a:r>
              <a:rPr lang="en-GB" dirty="0" err="1"/>
              <a:t>std.txt</a:t>
            </a:r>
            <a:r>
              <a:rPr lang="en-GB" dirty="0"/>
              <a:t>", "r")</a:t>
            </a:r>
          </a:p>
          <a:p>
            <a:pPr marL="0" indent="0">
              <a:buNone/>
            </a:pPr>
            <a:r>
              <a:rPr lang="en-GB" dirty="0"/>
              <a:t>row = 1</a:t>
            </a:r>
          </a:p>
          <a:p>
            <a:pPr marL="0" indent="0">
              <a:buNone/>
            </a:pPr>
            <a:r>
              <a:rPr lang="en-GB" dirty="0"/>
              <a:t>for line in file:</a:t>
            </a:r>
          </a:p>
          <a:p>
            <a:pPr marL="0" indent="0">
              <a:buNone/>
            </a:pPr>
            <a:r>
              <a:rPr lang="en-GB" dirty="0"/>
              <a:t>    print(f"{row}. {line}")</a:t>
            </a:r>
          </a:p>
          <a:p>
            <a:pPr marL="0" indent="0">
              <a:buNone/>
            </a:pPr>
            <a:r>
              <a:rPr lang="en-GB" dirty="0"/>
              <a:t>    row += 1</a:t>
            </a:r>
          </a:p>
          <a:p>
            <a:pPr marL="0" indent="0">
              <a:buNone/>
            </a:pPr>
            <a:r>
              <a:rPr lang="en-GB" dirty="0" err="1"/>
              <a:t>file.close</a:t>
            </a:r>
            <a:r>
              <a:rPr lang="en-GB" dirty="0"/>
              <a:t>()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PK" dirty="0"/>
              <a:t>Output:        //Assuming file content already exists.</a:t>
            </a:r>
            <a:br>
              <a:rPr lang="en-PK" dirty="0"/>
            </a:br>
            <a:r>
              <a:rPr lang="en-GB" dirty="0"/>
              <a:t>1. Ali</a:t>
            </a:r>
          </a:p>
          <a:p>
            <a:pPr marL="0" indent="0">
              <a:buNone/>
            </a:pPr>
            <a:r>
              <a:rPr lang="en-GB" dirty="0"/>
              <a:t>2. Sara</a:t>
            </a:r>
          </a:p>
          <a:p>
            <a:pPr marL="0" indent="0">
              <a:buNone/>
            </a:pPr>
            <a:r>
              <a:rPr lang="en-GB" dirty="0"/>
              <a:t>3. Ahmed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07173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8D43-7546-6F59-A389-A4812B24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Overwriting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E0A7E-AB4A-24A0-9052-2B72858C3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with open("</a:t>
            </a:r>
            <a:r>
              <a:rPr lang="en-GB" dirty="0" err="1"/>
              <a:t>data.txt</a:t>
            </a:r>
            <a:r>
              <a:rPr lang="en-GB" dirty="0"/>
              <a:t>", "w") as file: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file.write</a:t>
            </a:r>
            <a:r>
              <a:rPr lang="en-GB" dirty="0"/>
              <a:t>("a")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with open("</a:t>
            </a:r>
            <a:r>
              <a:rPr lang="en-GB" dirty="0" err="1"/>
              <a:t>data.txt</a:t>
            </a:r>
            <a:r>
              <a:rPr lang="en-GB" dirty="0"/>
              <a:t>", "w") as file: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file.write</a:t>
            </a:r>
            <a:r>
              <a:rPr lang="en-GB" dirty="0"/>
              <a:t>("b")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PK" b="1" dirty="0"/>
              <a:t>Output:</a:t>
            </a:r>
            <a:br>
              <a:rPr lang="en-PK" dirty="0"/>
            </a:br>
            <a:r>
              <a:rPr lang="en-GB" dirty="0"/>
              <a:t>b</a:t>
            </a:r>
          </a:p>
          <a:p>
            <a:r>
              <a:rPr lang="en-PK" b="1" dirty="0"/>
              <a:t>Reason:</a:t>
            </a:r>
            <a:r>
              <a:rPr lang="en-PK" dirty="0"/>
              <a:t> </a:t>
            </a:r>
            <a:r>
              <a:rPr lang="en-GB" dirty="0"/>
              <a:t> Because second "w" erased previous data</a:t>
            </a:r>
            <a:br>
              <a:rPr lang="en-GB" dirty="0"/>
            </a:br>
            <a:r>
              <a:rPr lang="en-GB" dirty="0"/>
              <a:t>Overwrite happens when you use: open("</a:t>
            </a:r>
            <a:r>
              <a:rPr lang="en-GB" dirty="0" err="1"/>
              <a:t>data.txt</a:t>
            </a:r>
            <a:r>
              <a:rPr lang="en-GB" dirty="0"/>
              <a:t>", "w")</a:t>
            </a:r>
            <a:br>
              <a:rPr lang="en-GB" dirty="0"/>
            </a:br>
            <a:r>
              <a:rPr lang="en-GB" dirty="0"/>
              <a:t>This </a:t>
            </a:r>
            <a:r>
              <a:rPr lang="en-GB" b="1" dirty="0"/>
              <a:t>clears the file at the start.</a:t>
            </a:r>
            <a:endParaRPr lang="en-GB" dirty="0"/>
          </a:p>
          <a:p>
            <a:r>
              <a:rPr lang="en-GB" dirty="0"/>
              <a:t>The keyword </a:t>
            </a:r>
            <a:r>
              <a:rPr lang="en-GB" b="1" dirty="0"/>
              <a:t>with automatically does these three things: </a:t>
            </a:r>
            <a:br>
              <a:rPr lang="en-GB" b="1" dirty="0"/>
            </a:br>
            <a:br>
              <a:rPr lang="en-GB" dirty="0"/>
            </a:br>
            <a:r>
              <a:rPr lang="en-GB" dirty="0"/>
              <a:t>1️⃣ Opens the file</a:t>
            </a:r>
            <a:br>
              <a:rPr lang="en-GB" dirty="0"/>
            </a:br>
            <a:r>
              <a:rPr lang="en-GB" dirty="0"/>
              <a:t>2️⃣ Executes the block</a:t>
            </a:r>
            <a:br>
              <a:rPr lang="en-GB" dirty="0"/>
            </a:br>
            <a:r>
              <a:rPr lang="en-GB" dirty="0"/>
              <a:t>3️⃣ </a:t>
            </a:r>
            <a:r>
              <a:rPr lang="en-GB" b="1" dirty="0"/>
              <a:t>Closes the file automatically</a:t>
            </a:r>
            <a:r>
              <a:rPr lang="en-GB" dirty="0"/>
              <a:t> </a:t>
            </a:r>
            <a:r>
              <a:rPr lang="en-PK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814757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0A373-630D-6B3D-4A51-697B2612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Not overwriting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BF5D-D35E-702F-7C66-47C59A267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with open("</a:t>
            </a:r>
            <a:r>
              <a:rPr lang="en-GB" dirty="0" err="1"/>
              <a:t>data.txt</a:t>
            </a:r>
            <a:r>
              <a:rPr lang="en-GB" dirty="0"/>
              <a:t>", "w") as file: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file.write</a:t>
            </a:r>
            <a:r>
              <a:rPr lang="en-GB" dirty="0"/>
              <a:t>("a")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file.write</a:t>
            </a:r>
            <a:r>
              <a:rPr lang="en-GB" dirty="0"/>
              <a:t>("b")</a:t>
            </a:r>
          </a:p>
          <a:p>
            <a:endParaRPr lang="en-PK" dirty="0"/>
          </a:p>
          <a:p>
            <a:r>
              <a:rPr lang="en-PK" dirty="0"/>
              <a:t>Output: </a:t>
            </a:r>
            <a:r>
              <a:rPr lang="en-GB" dirty="0"/>
              <a:t>ab</a:t>
            </a:r>
          </a:p>
          <a:p>
            <a:r>
              <a:rPr lang="en-PK" dirty="0"/>
              <a:t>Reason: </a:t>
            </a:r>
            <a:r>
              <a:rPr lang="en-GB" dirty="0"/>
              <a:t>it will NOT overwrite within the same open session.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9729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9503</TotalTime>
  <Words>932</Words>
  <Application>Microsoft Macintosh PowerPoint</Application>
  <PresentationFormat>On-screen Show (4:3)</PresentationFormat>
  <Paragraphs>172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Programming for Business </vt:lpstr>
      <vt:lpstr>What is a File?</vt:lpstr>
      <vt:lpstr>Real Life Example - Files</vt:lpstr>
      <vt:lpstr>Why Files Are Important</vt:lpstr>
      <vt:lpstr>File Handling Steps</vt:lpstr>
      <vt:lpstr>File Modes Explained</vt:lpstr>
      <vt:lpstr>Writing to File - Example</vt:lpstr>
      <vt:lpstr>Reading File - Example</vt:lpstr>
      <vt:lpstr>Appending Data</vt:lpstr>
      <vt:lpstr>Processing Records</vt:lpstr>
      <vt:lpstr>Record Example Program</vt:lpstr>
      <vt:lpstr>PowerPoint Presentation</vt:lpstr>
      <vt:lpstr>Introduction to Exceptions</vt:lpstr>
      <vt:lpstr>Common Exceptions</vt:lpstr>
      <vt:lpstr>Why Exception Handling?</vt:lpstr>
      <vt:lpstr>Basic Syntax</vt:lpstr>
      <vt:lpstr>Example - Value Error</vt:lpstr>
      <vt:lpstr>Example - Division Error</vt:lpstr>
      <vt:lpstr>Example - File Handling Error</vt:lpstr>
      <vt:lpstr>Multiple Exceptions</vt:lpstr>
      <vt:lpstr>Finally Block</vt:lpstr>
      <vt:lpstr>Example with finally</vt:lpstr>
      <vt:lpstr>Practice 1</vt:lpstr>
      <vt:lpstr>Solution 1</vt:lpstr>
      <vt:lpstr>Practice 2</vt:lpstr>
      <vt:lpstr>Solution 2</vt:lpstr>
      <vt:lpstr>Practice 3</vt:lpstr>
      <vt:lpstr>Solution 3</vt:lpstr>
      <vt:lpstr>Practice Question 4</vt:lpstr>
      <vt:lpstr>Solution 4</vt:lpstr>
      <vt:lpstr>Example:</vt:lpstr>
      <vt:lpstr>Overwriting Example</vt:lpstr>
      <vt:lpstr>Not overwriting the data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TK-LPT-865</cp:lastModifiedBy>
  <cp:revision>4</cp:revision>
  <dcterms:created xsi:type="dcterms:W3CDTF">2013-01-27T09:14:16Z</dcterms:created>
  <dcterms:modified xsi:type="dcterms:W3CDTF">2026-03-30T10:43:58Z</dcterms:modified>
  <cp:category/>
</cp:coreProperties>
</file>