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6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3A9E8-78F7-BB4D-BA30-3D391EC0E1FA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02DA8-4FE3-D84C-BBBA-1C70D502906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5377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02DA8-4FE3-D84C-BBBA-1C70D5029068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4123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62A6-BE5F-8BDF-6D2A-A00739EF6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E2C15-B0C0-7277-645B-B5875580E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6A003-C29C-807B-AA83-37461248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BC792-322A-7091-5C50-9A5B1F9D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BEAC7-1E6D-8A5F-B067-A4C21A7A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463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7081-2DBB-6D35-70D4-6C79A242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74859-F134-C65B-35C4-0AD658648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9ADD-FB32-E18F-5388-AA0295EB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2F897-A38F-5E1E-D90B-E3FF32315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A9433-2C6C-B7C7-3FA1-79D1911C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4887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7FCD4-D3B2-5A2E-06EC-BFC1360B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FE9BC-49D8-32B9-2BA3-3414697A7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A125E-5E29-952B-0031-3CF76B97E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3EB35-EB3D-661F-95A6-D265C799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0C45D-4508-9D4C-BD82-CCDA49EB9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8252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95445-DFDB-ADEA-2203-8BBC1928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3E3BD-848C-761E-3895-7D4CF5A38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2C1F9-1806-4A20-48B3-2EC13B5D9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96442-910A-9426-CB90-716B812E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D9735-A285-A8B1-4E2F-FD60B2B0A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29B10-B64B-FDFF-E82C-30896DF1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2714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CD72B-ED0A-6783-4932-DF667BD6E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D30CE-B4C3-9E68-FCC9-DE6B4ACF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B9F7D-A553-D10E-5B48-77B0377DE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A507D-652E-16AF-9C71-70306252B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8CAE6-F308-8CC4-84DE-616221A03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E1838-D5C8-83B6-1636-0EA01DEA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AD378-56D8-CECF-B9E5-81A114A8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03D12-70F1-A34A-9BA2-AFCDC4BE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3585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A39E-2EF1-C4CC-F63F-64AA64C9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C9743E-1196-AA97-2ACC-7D475152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F40DE-DBDA-9D66-1C54-EAEC672A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41155-3E83-D759-2E73-1C45261E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47502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CCE41F-6045-043A-0789-FA33AB2A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E31808-1432-FBFB-887C-426492FB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AEA1F-143C-F39D-406E-E345D72B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49601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109E-5D01-FD9C-0C8E-42ECCDB7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E4D12-7507-08C9-42E8-FF27F5EFA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AEF46-F0B8-6EC1-2CE8-2CB8972F1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57361-EFAE-EE68-08E8-BEC56234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0D1A0-C75E-E732-35B9-A5255D34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0AB7B-242C-84B2-0C10-B3AF2A2D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5686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2F75-C491-7B70-F4C6-5C719A3EA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44BC9-4B51-38BA-2A1D-A96203C54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02159-13F4-C1F7-1B70-F0A594649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233E9-D86C-D0CE-909E-DDA4C8E5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4293C-D091-77D0-C8BA-B781B2CF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E5A9D-1B2B-4B31-3CCD-AFF7023F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757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E2D3-785F-2466-5044-FFEDD7A1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B691B-E224-E2E8-FF3F-44800F533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4CBA-D089-AC34-BE04-76B3E046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2AACF-7E69-10CF-5993-39C970C6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0DA72-F45F-7B3C-253D-B3F5BDC1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2990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66D4A7-CEF2-C18C-BAF3-ACC1E63284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44BE4-C2A5-6DAD-1954-DD3C1EF0A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B04DA-0A90-16AF-B370-74A221C91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03298-CFBC-67FB-94D0-38ECF814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666A5-A6C0-4AEF-1EA1-0C878D89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392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FA8C2-C6DE-8F97-52BA-673A4C73B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F8603-05DC-760F-FD71-E6DCAB1D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2DB63-5A2A-C3ED-6CF6-DAB73EA0D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86D4B-C214-7F42-A3B2-04D4F076B5B3}" type="datetimeFigureOut">
              <a:rPr lang="en-PK" smtClean="0"/>
              <a:t>28/04/2026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3741-92B3-D7E2-55C5-FE249337A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94A7A-BF78-A6C6-72F6-626C97091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1F172-5C70-C343-BF51-7362224C1494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422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37039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Programming for Business</a:t>
            </a:r>
            <a:r>
              <a:rPr b="1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429000"/>
            <a:ext cx="6400800" cy="2209800"/>
          </a:xfrm>
        </p:spPr>
        <p:txBody>
          <a:bodyPr>
            <a:normAutofit/>
          </a:bodyPr>
          <a:lstStyle/>
          <a:p>
            <a:r>
              <a:rPr lang="en-GB" b="1" dirty="0"/>
              <a:t>Classes and Object Oriented Programming (OOP)</a:t>
            </a:r>
            <a:br>
              <a:rPr lang="en-GB" b="1" dirty="0"/>
            </a:br>
            <a:r>
              <a:rPr lang="en-GB" b="1" dirty="0"/>
              <a:t>FAST–NUCES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Miss Shumaila Arshad</a:t>
            </a:r>
            <a:endParaRPr lang="en-GB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3E280-9B9C-9373-4744-A14E7232D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0618C-978A-1E58-C94F-0E097C0BB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OOP = Object-Oriented Programming</a:t>
            </a:r>
          </a:p>
          <a:p>
            <a:r>
              <a:rPr lang="en-GB" dirty="0"/>
              <a:t>A way to organize code using </a:t>
            </a:r>
            <a:r>
              <a:rPr lang="en-GB" b="1" dirty="0"/>
              <a:t>objects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Why OOP?</a:t>
            </a:r>
          </a:p>
          <a:p>
            <a:r>
              <a:rPr lang="en-GB" dirty="0"/>
              <a:t>Makes code </a:t>
            </a:r>
            <a:r>
              <a:rPr lang="en-GB" b="1" dirty="0"/>
              <a:t>organized</a:t>
            </a:r>
            <a:r>
              <a:rPr lang="en-GB" dirty="0"/>
              <a:t> </a:t>
            </a:r>
          </a:p>
          <a:p>
            <a:r>
              <a:rPr lang="en-GB" dirty="0"/>
              <a:t>Easy to </a:t>
            </a:r>
            <a:r>
              <a:rPr lang="en-GB" b="1" dirty="0"/>
              <a:t>reuse</a:t>
            </a:r>
            <a:r>
              <a:rPr lang="en-GB" dirty="0"/>
              <a:t> </a:t>
            </a:r>
          </a:p>
          <a:p>
            <a:r>
              <a:rPr lang="en-GB" dirty="0"/>
              <a:t>Easy to </a:t>
            </a:r>
            <a:r>
              <a:rPr lang="en-GB" b="1" dirty="0"/>
              <a:t>maintain</a:t>
            </a:r>
            <a:r>
              <a:rPr lang="en-GB" dirty="0"/>
              <a:t> </a:t>
            </a:r>
          </a:p>
          <a:p>
            <a:r>
              <a:rPr lang="en-GB" dirty="0"/>
              <a:t>Models real-world problems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9985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4397-6754-F6AE-4C0B-6581B99A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Key Concepts of OOP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EB865-08EC-CEFE-B4F2-D2299F5B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Class </a:t>
            </a:r>
          </a:p>
          <a:p>
            <a:r>
              <a:rPr lang="en-GB" dirty="0"/>
              <a:t>Object (Instance) </a:t>
            </a:r>
          </a:p>
          <a:p>
            <a:r>
              <a:rPr lang="en-GB" dirty="0"/>
              <a:t>Attributes (Data) </a:t>
            </a:r>
          </a:p>
          <a:p>
            <a:r>
              <a:rPr lang="en-GB" dirty="0"/>
              <a:t>Methods (Functions)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2208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B09E4-5B2F-4AA0-7B64-F015A433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767E-4AFB-5750-64AE-5FBCA9CA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Class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8AE59-59C0-279A-1D2B-E30EDAC49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A </a:t>
            </a:r>
            <a:r>
              <a:rPr lang="en-GB" b="1" dirty="0"/>
              <a:t>class is a blueprint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It defines: </a:t>
            </a:r>
          </a:p>
          <a:p>
            <a:pPr lvl="1"/>
            <a:r>
              <a:rPr lang="en-GB" dirty="0"/>
              <a:t>Variables (attributes) </a:t>
            </a:r>
          </a:p>
          <a:p>
            <a:pPr lvl="1"/>
            <a:r>
              <a:rPr lang="en-GB" dirty="0"/>
              <a:t>Functions (methods) </a:t>
            </a:r>
          </a:p>
          <a:p>
            <a:pPr marL="0" indent="0">
              <a:buNone/>
            </a:pPr>
            <a:r>
              <a:rPr lang="en-PK" dirty="0"/>
              <a:t>💡 </a:t>
            </a: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Class = “Student template”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9883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E715-75BA-E359-DBBE-B79144E1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D3EF6-3665-6311-1C51-C588D8BD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Class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D7430-EA77-99D4-A365-65698F037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Think of a </a:t>
            </a:r>
            <a:r>
              <a:rPr lang="en-GB" b="1" dirty="0"/>
              <a:t>Student Form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All students have:</a:t>
            </a:r>
          </a:p>
          <a:p>
            <a:r>
              <a:rPr lang="en-GB" dirty="0"/>
              <a:t>Name </a:t>
            </a:r>
          </a:p>
          <a:p>
            <a:r>
              <a:rPr lang="en-GB" dirty="0"/>
              <a:t>Age </a:t>
            </a:r>
          </a:p>
          <a:p>
            <a:r>
              <a:rPr lang="en-GB" dirty="0"/>
              <a:t>Marks 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This structure = </a:t>
            </a:r>
            <a:r>
              <a:rPr lang="en-GB" b="1" dirty="0"/>
              <a:t>Class</a:t>
            </a:r>
          </a:p>
          <a:p>
            <a:pPr marL="0" indent="0">
              <a:buNone/>
            </a:pPr>
            <a:r>
              <a:rPr lang="en-GB" b="1" dirty="0"/>
              <a:t>Python code:</a:t>
            </a:r>
            <a:br>
              <a:rPr lang="en-GB" dirty="0"/>
            </a:b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name = ""</a:t>
            </a:r>
            <a:br>
              <a:rPr lang="en-GB" dirty="0"/>
            </a:br>
            <a:r>
              <a:rPr lang="en-GB" dirty="0"/>
              <a:t>age = 0</a:t>
            </a:r>
            <a:br>
              <a:rPr lang="en-GB" dirty="0"/>
            </a:br>
            <a:r>
              <a:rPr lang="en-GB" dirty="0"/>
              <a:t>marks = 0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2009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138E-E98D-3672-5385-15F25AC71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291DD-6167-B413-382A-9E6FA9243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Object = real example of a class</a:t>
            </a:r>
          </a:p>
          <a:p>
            <a:pPr marL="0" indent="0">
              <a:buNone/>
            </a:pPr>
            <a:r>
              <a:rPr lang="en-PK" dirty="0"/>
              <a:t>💡 </a:t>
            </a:r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en-GB" dirty="0"/>
              <a:t>Ali → one student </a:t>
            </a:r>
          </a:p>
          <a:p>
            <a:pPr marL="0" indent="0">
              <a:buNone/>
            </a:pPr>
            <a:r>
              <a:rPr lang="en-GB" dirty="0"/>
              <a:t>Sara → another student 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These are </a:t>
            </a:r>
            <a:r>
              <a:rPr lang="en-GB" b="1" dirty="0"/>
              <a:t>instances</a:t>
            </a:r>
          </a:p>
          <a:p>
            <a:pPr marL="0" indent="0">
              <a:buNone/>
            </a:pPr>
            <a:r>
              <a:rPr lang="en-GB" b="1" dirty="0"/>
              <a:t>For understanding :</a:t>
            </a:r>
          </a:p>
          <a:p>
            <a:r>
              <a:rPr lang="en-GB" dirty="0"/>
              <a:t>Class → Student Form </a:t>
            </a:r>
          </a:p>
          <a:p>
            <a:r>
              <a:rPr lang="en-GB" dirty="0"/>
              <a:t>Object → Filled Form </a:t>
            </a:r>
          </a:p>
          <a:p>
            <a:pPr marL="0" indent="0">
              <a:buNone/>
            </a:pPr>
            <a:r>
              <a:rPr lang="en-GB" dirty="0"/>
              <a:t>Now we have created a student class to create its objects now:</a:t>
            </a:r>
          </a:p>
          <a:p>
            <a:pPr marL="0" indent="0">
              <a:buNone/>
            </a:pPr>
            <a:r>
              <a:rPr lang="en-GB" dirty="0"/>
              <a:t>s1 = Student()</a:t>
            </a:r>
            <a:br>
              <a:rPr lang="en-GB" dirty="0"/>
            </a:br>
            <a:r>
              <a:rPr lang="en-GB" dirty="0"/>
              <a:t>s2 = Student()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73597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BF13-2783-904D-6DAA-5602F0D8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73F52-CB9A-18BC-1993-706687DC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579" y="1405211"/>
            <a:ext cx="10765221" cy="50876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    name = ""</a:t>
            </a:r>
            <a:br>
              <a:rPr lang="en-GB" dirty="0"/>
            </a:br>
            <a:r>
              <a:rPr lang="en-GB" dirty="0"/>
              <a:t>    age = 0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s1 = Student()</a:t>
            </a:r>
            <a:br>
              <a:rPr lang="en-GB" dirty="0"/>
            </a:br>
            <a:r>
              <a:rPr lang="en-GB" dirty="0"/>
              <a:t>s2 = Student()</a:t>
            </a:r>
          </a:p>
          <a:p>
            <a:pPr marL="0" indent="0">
              <a:buNone/>
            </a:pPr>
            <a:r>
              <a:rPr lang="en-GB" dirty="0"/>
              <a:t>s1.name = "Ali"</a:t>
            </a:r>
          </a:p>
          <a:p>
            <a:pPr marL="0" indent="0">
              <a:buNone/>
            </a:pPr>
            <a:r>
              <a:rPr lang="en-GB" dirty="0"/>
              <a:t>s1.age = 20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s2.name = "Sara"</a:t>
            </a:r>
          </a:p>
          <a:p>
            <a:pPr marL="0" indent="0">
              <a:buNone/>
            </a:pPr>
            <a:r>
              <a:rPr lang="en-GB" dirty="0"/>
              <a:t>s2.age = 21</a:t>
            </a:r>
          </a:p>
          <a:p>
            <a:pPr marL="0" indent="0">
              <a:buNone/>
            </a:pPr>
            <a:r>
              <a:rPr lang="en-GB" dirty="0"/>
              <a:t>print(s1.name)       </a:t>
            </a:r>
            <a:r>
              <a:rPr lang="en-GB" b="1" dirty="0"/>
              <a:t># Ali</a:t>
            </a:r>
            <a:br>
              <a:rPr lang="en-GB" dirty="0"/>
            </a:br>
            <a:r>
              <a:rPr lang="en-GB" dirty="0"/>
              <a:t>print(s2.name)       </a:t>
            </a:r>
            <a:r>
              <a:rPr lang="en-GB" b="1" dirty="0"/>
              <a:t># Sara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93389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CDAC-57E2-9BCC-C20A-AE1017CE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+mn-lt"/>
              </a:rPr>
              <a:t>Using Constructor (__</a:t>
            </a:r>
            <a:r>
              <a:rPr lang="en-GB" sz="3600" b="1" dirty="0" err="1">
                <a:latin typeface="+mn-lt"/>
              </a:rPr>
              <a:t>init</a:t>
            </a:r>
            <a:r>
              <a:rPr lang="en-GB" sz="3600" b="1" dirty="0">
                <a:latin typeface="+mn-lt"/>
              </a:rPr>
              <a:t>__)</a:t>
            </a:r>
            <a:endParaRPr lang="en-PK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BF741-8F25-BDC4-445E-499057399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19504"/>
            <a:ext cx="10712669" cy="601191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b="1" dirty="0"/>
              <a:t>Explanation</a:t>
            </a:r>
          </a:p>
          <a:p>
            <a:pPr marL="0" indent="0">
              <a:buNone/>
            </a:pPr>
            <a:r>
              <a:rPr lang="en-GB" dirty="0"/>
              <a:t>def __</a:t>
            </a:r>
            <a:r>
              <a:rPr lang="en-GB" dirty="0" err="1"/>
              <a:t>init</a:t>
            </a:r>
            <a:r>
              <a:rPr lang="en-GB" dirty="0"/>
              <a:t>__(...)</a:t>
            </a:r>
          </a:p>
          <a:p>
            <a:pPr marL="0" indent="0">
              <a:buNone/>
            </a:pPr>
            <a:br>
              <a:rPr lang="en-GB" dirty="0"/>
            </a:br>
            <a:r>
              <a:rPr lang="en-PK" dirty="0"/>
              <a:t>👉 </a:t>
            </a:r>
            <a:r>
              <a:rPr lang="en-GB" dirty="0"/>
              <a:t>Special function → runs automatically </a:t>
            </a:r>
          </a:p>
          <a:p>
            <a:pPr marL="0" indent="0">
              <a:buNone/>
            </a:pPr>
            <a:r>
              <a:rPr lang="en-GB" dirty="0"/>
              <a:t>Self</a:t>
            </a:r>
            <a:br>
              <a:rPr lang="en-GB" dirty="0"/>
            </a:br>
            <a:br>
              <a:rPr lang="en-GB" dirty="0"/>
            </a:br>
            <a:r>
              <a:rPr lang="en-PK" dirty="0"/>
              <a:t>👉 </a:t>
            </a:r>
            <a:r>
              <a:rPr lang="en-GB" dirty="0"/>
              <a:t>Refers to current object </a:t>
            </a:r>
          </a:p>
          <a:p>
            <a:pPr marL="0" indent="0">
              <a:buNone/>
            </a:pPr>
            <a:r>
              <a:rPr lang="en-GB" dirty="0"/>
              <a:t>Helps access object data </a:t>
            </a:r>
          </a:p>
          <a:p>
            <a:pPr marL="0" indent="0">
              <a:buNone/>
            </a:pPr>
            <a:r>
              <a:rPr lang="en-GB" dirty="0"/>
              <a:t>Required in class methods</a:t>
            </a:r>
          </a:p>
          <a:p>
            <a:pPr marL="0" indent="0">
              <a:buNone/>
            </a:pPr>
            <a:r>
              <a:rPr lang="en-GB" dirty="0" err="1"/>
              <a:t>self.name</a:t>
            </a:r>
            <a:r>
              <a:rPr lang="en-GB" dirty="0"/>
              <a:t> = name</a:t>
            </a:r>
            <a:br>
              <a:rPr lang="en-GB" dirty="0"/>
            </a:br>
            <a:br>
              <a:rPr lang="en-GB" dirty="0"/>
            </a:br>
            <a:r>
              <a:rPr lang="en-PK" dirty="0"/>
              <a:t>👉 </a:t>
            </a:r>
            <a:r>
              <a:rPr lang="en-GB" dirty="0"/>
              <a:t>Assign value to object</a:t>
            </a:r>
          </a:p>
          <a:p>
            <a:pPr marL="0" indent="0">
              <a:buNone/>
            </a:pPr>
            <a:r>
              <a:rPr lang="en-GB" b="1" dirty="0"/>
              <a:t>Program:</a:t>
            </a:r>
          </a:p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def __</a:t>
            </a:r>
            <a:r>
              <a:rPr lang="en-GB" dirty="0" err="1"/>
              <a:t>init</a:t>
            </a:r>
            <a:r>
              <a:rPr lang="en-GB" dirty="0"/>
              <a:t>__(self, name, age):</a:t>
            </a:r>
            <a:br>
              <a:rPr lang="en-GB" dirty="0"/>
            </a:br>
            <a:r>
              <a:rPr lang="en-GB" dirty="0" err="1"/>
              <a:t>self.name</a:t>
            </a:r>
            <a:r>
              <a:rPr lang="en-GB" dirty="0"/>
              <a:t> = name</a:t>
            </a:r>
            <a:br>
              <a:rPr lang="en-GB" dirty="0"/>
            </a:br>
            <a:r>
              <a:rPr lang="en-GB" dirty="0" err="1"/>
              <a:t>self.age</a:t>
            </a:r>
            <a:r>
              <a:rPr lang="en-GB" dirty="0"/>
              <a:t> = age</a:t>
            </a:r>
          </a:p>
          <a:p>
            <a:pPr marL="0" indent="0">
              <a:buNone/>
            </a:pPr>
            <a:r>
              <a:rPr lang="en-GB" dirty="0"/>
              <a:t>//Object with Constructor</a:t>
            </a:r>
          </a:p>
          <a:p>
            <a:pPr marL="0" indent="0">
              <a:buNone/>
            </a:pPr>
            <a:r>
              <a:rPr lang="en-GB" dirty="0"/>
              <a:t>s1 = Student("Ali", 20)</a:t>
            </a:r>
            <a:br>
              <a:rPr lang="en-GB" dirty="0"/>
            </a:br>
            <a:r>
              <a:rPr lang="en-GB" dirty="0"/>
              <a:t>s2 = Student("Sara", 21)</a:t>
            </a:r>
          </a:p>
        </p:txBody>
      </p:sp>
    </p:spTree>
    <p:extLst>
      <p:ext uri="{BB962C8B-B14F-4D97-AF65-F5344CB8AC3E}">
        <p14:creationId xmlns:p14="http://schemas.microsoft.com/office/powerpoint/2010/main" val="161711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42FE-75A9-8FB3-6534-C6E95AA5C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Methods in Class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F10D-CA40-680E-1AD4-3C0A12551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    def __</a:t>
            </a:r>
            <a:r>
              <a:rPr lang="en-GB" dirty="0" err="1"/>
              <a:t>init</a:t>
            </a:r>
            <a:r>
              <a:rPr lang="en-GB" dirty="0"/>
              <a:t>__(self, name):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self.name</a:t>
            </a:r>
            <a:r>
              <a:rPr lang="en-GB" dirty="0"/>
              <a:t> = name</a:t>
            </a:r>
            <a:br>
              <a:rPr lang="en-GB" dirty="0"/>
            </a:br>
            <a:r>
              <a:rPr lang="en-GB" dirty="0"/>
              <a:t>    </a:t>
            </a:r>
            <a:br>
              <a:rPr lang="en-GB" dirty="0"/>
            </a:br>
            <a:r>
              <a:rPr lang="en-GB" dirty="0"/>
              <a:t>    def greet(self):</a:t>
            </a:r>
            <a:br>
              <a:rPr lang="en-GB" dirty="0"/>
            </a:br>
            <a:r>
              <a:rPr lang="en-GB" dirty="0"/>
              <a:t>        print("Hello, I am", </a:t>
            </a:r>
            <a:r>
              <a:rPr lang="en-GB" dirty="0" err="1"/>
              <a:t>self.name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s1 = Student("Ali")</a:t>
            </a:r>
            <a:br>
              <a:rPr lang="en-GB" dirty="0"/>
            </a:br>
            <a:r>
              <a:rPr lang="en-GB" dirty="0"/>
              <a:t>s1.greet()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Output:</a:t>
            </a:r>
          </a:p>
          <a:p>
            <a:pPr marL="0" indent="0">
              <a:buNone/>
            </a:pPr>
            <a:r>
              <a:rPr lang="en-GB" dirty="0"/>
              <a:t>Hello, I am Ali</a:t>
            </a:r>
          </a:p>
          <a:p>
            <a:pPr marL="0" indent="0">
              <a:buNone/>
            </a:pP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4497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86857-383B-813A-5EA8-2D4953ACC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CD30A-F1D9-1F04-352E-649DD8676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def __</a:t>
            </a:r>
            <a:r>
              <a:rPr lang="en-GB" dirty="0" err="1"/>
              <a:t>init</a:t>
            </a:r>
            <a:r>
              <a:rPr lang="en-GB" dirty="0"/>
              <a:t>__(self, name, marks):</a:t>
            </a:r>
            <a:br>
              <a:rPr lang="en-GB" dirty="0"/>
            </a:br>
            <a:r>
              <a:rPr lang="en-GB" dirty="0" err="1"/>
              <a:t>self.name</a:t>
            </a:r>
            <a:r>
              <a:rPr lang="en-GB" dirty="0"/>
              <a:t> = name</a:t>
            </a:r>
            <a:br>
              <a:rPr lang="en-GB" dirty="0"/>
            </a:br>
            <a:r>
              <a:rPr lang="en-GB" dirty="0" err="1"/>
              <a:t>self.marks</a:t>
            </a:r>
            <a:r>
              <a:rPr lang="en-GB" dirty="0"/>
              <a:t> = marks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def result(self):</a:t>
            </a:r>
            <a:br>
              <a:rPr lang="en-GB" dirty="0"/>
            </a:br>
            <a:r>
              <a:rPr lang="en-GB" dirty="0"/>
              <a:t>if </a:t>
            </a:r>
            <a:r>
              <a:rPr lang="en-GB" dirty="0" err="1"/>
              <a:t>self.marks</a:t>
            </a:r>
            <a:r>
              <a:rPr lang="en-GB" dirty="0"/>
              <a:t> &gt;= 60: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self.name</a:t>
            </a:r>
            <a:r>
              <a:rPr lang="en-GB" dirty="0"/>
              <a:t>, "Pass")</a:t>
            </a:r>
            <a:br>
              <a:rPr lang="en-GB" dirty="0"/>
            </a:br>
            <a:r>
              <a:rPr lang="en-GB" dirty="0"/>
              <a:t>else: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self.name</a:t>
            </a:r>
            <a:r>
              <a:rPr lang="en-GB" dirty="0"/>
              <a:t>, "Fail")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s1 = Student("Ali", 70)</a:t>
            </a:r>
            <a:br>
              <a:rPr lang="en-GB" dirty="0"/>
            </a:br>
            <a:r>
              <a:rPr lang="en-GB" dirty="0"/>
              <a:t>s2 = Student("Sara", 50)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s1.result()</a:t>
            </a:r>
            <a:br>
              <a:rPr lang="en-GB" dirty="0"/>
            </a:br>
            <a:r>
              <a:rPr lang="en-GB" dirty="0"/>
              <a:t>s2.result()</a:t>
            </a:r>
          </a:p>
          <a:p>
            <a:r>
              <a:rPr lang="en-GB" b="1" dirty="0"/>
              <a:t>Output</a:t>
            </a:r>
          </a:p>
          <a:p>
            <a:pPr marL="0" indent="0">
              <a:buNone/>
            </a:pPr>
            <a:r>
              <a:rPr lang="en-GB" dirty="0"/>
              <a:t>Ali Pass</a:t>
            </a:r>
            <a:br>
              <a:rPr lang="en-GB" dirty="0"/>
            </a:br>
            <a:r>
              <a:rPr lang="en-GB" dirty="0"/>
              <a:t>Sara Fail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98169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BC980-F905-B406-FE63-6A7D4A0F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Common Mistakes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390C-A47F-0F98-10DA-61D39AC95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K" dirty="0"/>
              <a:t>❌ </a:t>
            </a:r>
            <a:r>
              <a:rPr lang="en-GB" dirty="0"/>
              <a:t>Not using () while creating object</a:t>
            </a:r>
            <a:br>
              <a:rPr lang="en-GB" dirty="0"/>
            </a:br>
            <a:r>
              <a:rPr lang="en-PK" dirty="0"/>
              <a:t>❌ </a:t>
            </a:r>
            <a:r>
              <a:rPr lang="en-GB" dirty="0"/>
              <a:t>Confusing class vs object</a:t>
            </a:r>
          </a:p>
          <a:p>
            <a:pPr marL="0" indent="0">
              <a:buNone/>
            </a:pPr>
            <a:r>
              <a:rPr lang="en-PK" dirty="0"/>
              <a:t>❌ </a:t>
            </a:r>
            <a:r>
              <a:rPr lang="en-GB" dirty="0"/>
              <a:t>Forgetting self</a:t>
            </a:r>
            <a:br>
              <a:rPr lang="en-GB" dirty="0"/>
            </a:br>
            <a:r>
              <a:rPr lang="en-PK" dirty="0"/>
              <a:t>❌ </a:t>
            </a:r>
            <a:r>
              <a:rPr lang="en-GB" dirty="0"/>
              <a:t>Using = instead of ==</a:t>
            </a:r>
            <a:br>
              <a:rPr lang="en-GB" dirty="0"/>
            </a:br>
            <a:r>
              <a:rPr lang="en-PK" dirty="0"/>
              <a:t>❌ </a:t>
            </a:r>
            <a:r>
              <a:rPr lang="en-GB" dirty="0"/>
              <a:t>Wrong indentation</a:t>
            </a:r>
          </a:p>
          <a:p>
            <a:r>
              <a:rPr lang="en-GB" dirty="0"/>
              <a:t>Can we NOT use self?</a:t>
            </a:r>
            <a:br>
              <a:rPr lang="en-GB" dirty="0"/>
            </a:br>
            <a:r>
              <a:rPr lang="en-GB" dirty="0"/>
              <a:t>You </a:t>
            </a:r>
            <a:r>
              <a:rPr lang="en-GB" b="1" dirty="0"/>
              <a:t>must use it inside class methods</a:t>
            </a:r>
            <a:endParaRPr lang="en-GB" dirty="0"/>
          </a:p>
          <a:p>
            <a:pPr marL="0" indent="0">
              <a:buNone/>
            </a:pPr>
            <a:r>
              <a:rPr lang="en-PK" b="1" dirty="0"/>
              <a:t>❗ </a:t>
            </a:r>
            <a:r>
              <a:rPr lang="en-GB" b="1" dirty="0"/>
              <a:t>Why?</a:t>
            </a:r>
          </a:p>
          <a:p>
            <a:pPr marL="0" indent="0">
              <a:buNone/>
            </a:pPr>
            <a:r>
              <a:rPr lang="en-GB" dirty="0"/>
              <a:t>Because Python automatically passes the object as first parameter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41487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40BF1-B46B-C7E9-E47C-29B4400E6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15DB2-8E0D-FA60-BE2D-7B23EDAB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Common Mistakes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3BA5-B9B4-88E0-9139-DD89251A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014"/>
            <a:ext cx="10515600" cy="58279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PK" dirty="0"/>
              <a:t>❌ </a:t>
            </a:r>
            <a:r>
              <a:rPr lang="en-GB" b="1" dirty="0"/>
              <a:t>If you don’t use self:</a:t>
            </a:r>
          </a:p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    def __</a:t>
            </a:r>
            <a:r>
              <a:rPr lang="en-GB" dirty="0" err="1"/>
              <a:t>init</a:t>
            </a:r>
            <a:r>
              <a:rPr lang="en-GB" dirty="0"/>
              <a:t>__(name):   # </a:t>
            </a:r>
            <a:r>
              <a:rPr lang="en-PK" dirty="0"/>
              <a:t>❌ </a:t>
            </a:r>
            <a:r>
              <a:rPr lang="en-GB" dirty="0"/>
              <a:t>WRONG</a:t>
            </a:r>
            <a:br>
              <a:rPr lang="en-GB" dirty="0"/>
            </a:br>
            <a:r>
              <a:rPr lang="en-GB" dirty="0"/>
              <a:t>        name = name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Error:</a:t>
            </a:r>
          </a:p>
          <a:p>
            <a:pPr marL="0" indent="0">
              <a:buNone/>
            </a:pPr>
            <a:r>
              <a:rPr lang="en-GB" dirty="0" err="1"/>
              <a:t>TypeError</a:t>
            </a:r>
            <a:r>
              <a:rPr lang="en-GB" dirty="0"/>
              <a:t>: missing positional argument</a:t>
            </a:r>
            <a:br>
              <a:rPr lang="en-GB" dirty="0"/>
            </a:br>
            <a:endParaRPr lang="en-GB" dirty="0"/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Without self → cannot assign uniquely</a:t>
            </a:r>
          </a:p>
          <a:p>
            <a:pPr marL="0" indent="0">
              <a:buNone/>
            </a:pPr>
            <a:r>
              <a:rPr lang="en-GB" b="1" dirty="0"/>
              <a:t>Can we create methods without self?</a:t>
            </a:r>
          </a:p>
          <a:p>
            <a:pPr marL="0" indent="0">
              <a:buNone/>
            </a:pPr>
            <a:r>
              <a:rPr lang="en-PK" b="1" dirty="0"/>
              <a:t>❌ </a:t>
            </a:r>
            <a:r>
              <a:rPr lang="en-GB" b="1" dirty="0"/>
              <a:t>Normal methods → NO</a:t>
            </a:r>
          </a:p>
          <a:p>
            <a:pPr marL="0" indent="0">
              <a:buNone/>
            </a:pPr>
            <a:r>
              <a:rPr lang="en-PK" dirty="0"/>
              <a:t>✅ </a:t>
            </a:r>
            <a:r>
              <a:rPr lang="en-GB" dirty="0"/>
              <a:t>Only using @</a:t>
            </a:r>
            <a:r>
              <a:rPr lang="en-GB" dirty="0" err="1"/>
              <a:t>staticmethod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class Student:</a:t>
            </a:r>
          </a:p>
          <a:p>
            <a:pPr marL="0" indent="0">
              <a:buNone/>
            </a:pPr>
            <a:r>
              <a:rPr lang="en-GB" b="1" dirty="0"/>
              <a:t>    @</a:t>
            </a:r>
            <a:r>
              <a:rPr lang="en-GB" b="1" dirty="0" err="1"/>
              <a:t>staticmethod</a:t>
            </a:r>
            <a:endParaRPr lang="en-GB" b="1" dirty="0"/>
          </a:p>
          <a:p>
            <a:pPr marL="0" indent="0">
              <a:buNone/>
            </a:pPr>
            <a:r>
              <a:rPr lang="en-GB" b="1" dirty="0"/>
              <a:t>    def greet():</a:t>
            </a:r>
          </a:p>
          <a:p>
            <a:pPr marL="0" indent="0">
              <a:buNone/>
            </a:pPr>
            <a:r>
              <a:rPr lang="en-GB" b="1" dirty="0"/>
              <a:t>        print("Hello")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 err="1"/>
              <a:t>Student.greet</a:t>
            </a:r>
            <a:r>
              <a:rPr lang="en-GB" b="1" dirty="0"/>
              <a:t>()</a:t>
            </a:r>
          </a:p>
          <a:p>
            <a:pPr marL="0" indent="0">
              <a:buNone/>
            </a:pPr>
            <a:r>
              <a:rPr lang="en-GB" dirty="0"/>
              <a:t>✔ No self needed</a:t>
            </a:r>
            <a:endParaRPr lang="en-GB" b="1" dirty="0"/>
          </a:p>
          <a:p>
            <a:pPr marL="0" indent="0">
              <a:buNone/>
            </a:pP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91749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5D86-663E-59AA-5A3F-1F0BF57D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What are Access Modifiers?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6049-E152-3BEC-9970-0374C8C55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They control </a:t>
            </a:r>
            <a:r>
              <a:rPr lang="en-GB" b="1" dirty="0"/>
              <a:t>who can access variables/methods</a:t>
            </a:r>
            <a:endParaRPr lang="en-GB" dirty="0"/>
          </a:p>
          <a:p>
            <a:r>
              <a:rPr lang="en-GB" dirty="0"/>
              <a:t>Public </a:t>
            </a:r>
          </a:p>
          <a:p>
            <a:r>
              <a:rPr lang="en-GB" dirty="0"/>
              <a:t>Protected </a:t>
            </a:r>
          </a:p>
          <a:p>
            <a:r>
              <a:rPr lang="en-GB" dirty="0"/>
              <a:t>Private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0960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BB52-0AFE-15F1-4490-9DC88382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Public Access modifier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4AACF-A59B-AFCF-9E2F-FFE99CEEA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Accessible from anywhere</a:t>
            </a:r>
          </a:p>
          <a:p>
            <a:pPr marL="0" indent="0">
              <a:buNone/>
            </a:pPr>
            <a:r>
              <a:rPr lang="en-PK" b="1" dirty="0"/>
              <a:t>✅ </a:t>
            </a:r>
            <a:r>
              <a:rPr lang="en-GB" b="1" dirty="0"/>
              <a:t>Example:</a:t>
            </a:r>
          </a:p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    def __</a:t>
            </a:r>
            <a:r>
              <a:rPr lang="en-GB" dirty="0" err="1"/>
              <a:t>init</a:t>
            </a:r>
            <a:r>
              <a:rPr lang="en-GB" dirty="0"/>
              <a:t>__(self):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self.name</a:t>
            </a:r>
            <a:r>
              <a:rPr lang="en-GB" dirty="0"/>
              <a:t> = "Ali"   # public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 = Student()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s.name</a:t>
            </a:r>
            <a:r>
              <a:rPr lang="en-GB" dirty="0"/>
              <a:t>)   # </a:t>
            </a:r>
            <a:r>
              <a:rPr lang="en-PK" dirty="0"/>
              <a:t>✅ </a:t>
            </a:r>
            <a:r>
              <a:rPr lang="en-GB" dirty="0"/>
              <a:t>works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PK" dirty="0"/>
              <a:t>🧠 </a:t>
            </a:r>
            <a:r>
              <a:rPr lang="en-GB" dirty="0"/>
              <a:t>Explanation:</a:t>
            </a:r>
          </a:p>
          <a:p>
            <a:r>
              <a:rPr lang="en-GB" b="1" dirty="0"/>
              <a:t>No restriction </a:t>
            </a:r>
          </a:p>
          <a:p>
            <a:r>
              <a:rPr lang="en-GB" b="1" dirty="0"/>
              <a:t>Most commonly used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5302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B3DA-5832-EBC6-8327-8DDD5064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Protected(_)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54189-BD64-843D-C111-BAF046C85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Meant for </a:t>
            </a:r>
            <a:r>
              <a:rPr lang="en-GB" b="1" dirty="0"/>
              <a:t>internal use (soft restriction)</a:t>
            </a:r>
            <a:endParaRPr lang="en-GB" dirty="0"/>
          </a:p>
          <a:p>
            <a:pPr marL="0" indent="0">
              <a:buNone/>
            </a:pPr>
            <a:r>
              <a:rPr lang="en-PK" b="1" dirty="0"/>
              <a:t>✅ </a:t>
            </a:r>
            <a:r>
              <a:rPr lang="en-GB" b="1" dirty="0"/>
              <a:t>Example:</a:t>
            </a:r>
          </a:p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    def __</a:t>
            </a:r>
            <a:r>
              <a:rPr lang="en-GB" dirty="0" err="1"/>
              <a:t>init</a:t>
            </a:r>
            <a:r>
              <a:rPr lang="en-GB" dirty="0"/>
              <a:t>__(self):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self._marks</a:t>
            </a:r>
            <a:r>
              <a:rPr lang="en-GB" dirty="0"/>
              <a:t> = 80   # protected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 = Student()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s._marks</a:t>
            </a:r>
            <a:r>
              <a:rPr lang="en-GB" dirty="0"/>
              <a:t>)   # ⚠ still works (but not recommended)</a:t>
            </a:r>
          </a:p>
          <a:p>
            <a:pPr marL="0" indent="0">
              <a:buNone/>
            </a:pPr>
            <a:r>
              <a:rPr lang="en-PK" dirty="0"/>
              <a:t>🧠 </a:t>
            </a:r>
            <a:r>
              <a:rPr lang="en-GB" b="1" dirty="0"/>
              <a:t>Explanation:</a:t>
            </a:r>
          </a:p>
          <a:p>
            <a:r>
              <a:rPr lang="en-GB" dirty="0"/>
              <a:t>Single underscore _ </a:t>
            </a:r>
          </a:p>
          <a:p>
            <a:r>
              <a:rPr lang="en-GB" dirty="0"/>
              <a:t>Convention: “don’t use outside class”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4492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694E-60E7-B2B6-D7C1-613D1F15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+mn-lt"/>
              </a:rPr>
              <a:t>Private (__)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DDCC5-241E-2B0C-78F7-B6561C9E4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3679"/>
            <a:ext cx="10515600" cy="56682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Strong restriction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Cannot access directly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Used for </a:t>
            </a:r>
            <a:r>
              <a:rPr lang="en-GB" b="1" dirty="0"/>
              <a:t>data protection</a:t>
            </a:r>
            <a:endParaRPr lang="en-GB" dirty="0"/>
          </a:p>
          <a:p>
            <a:pPr marL="0" indent="0">
              <a:buNone/>
            </a:pPr>
            <a:r>
              <a:rPr lang="en-PK" b="1" dirty="0"/>
              <a:t>✅ </a:t>
            </a:r>
            <a:r>
              <a:rPr lang="en-GB" b="1" dirty="0"/>
              <a:t>Example:</a:t>
            </a:r>
          </a:p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    def __</a:t>
            </a:r>
            <a:r>
              <a:rPr lang="en-GB" dirty="0" err="1"/>
              <a:t>init</a:t>
            </a:r>
            <a:r>
              <a:rPr lang="en-GB" dirty="0"/>
              <a:t>__(self):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self.__age</a:t>
            </a:r>
            <a:r>
              <a:rPr lang="en-GB" dirty="0"/>
              <a:t> = 20   # private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 = Student()</a:t>
            </a:r>
            <a:br>
              <a:rPr lang="en-GB" dirty="0"/>
            </a:br>
            <a:r>
              <a:rPr lang="en-GB" dirty="0"/>
              <a:t># print(</a:t>
            </a:r>
            <a:r>
              <a:rPr lang="en-GB" dirty="0" err="1"/>
              <a:t>s.__age</a:t>
            </a:r>
            <a:r>
              <a:rPr lang="en-GB" dirty="0"/>
              <a:t>) </a:t>
            </a:r>
            <a:r>
              <a:rPr lang="en-PK" dirty="0"/>
              <a:t>❌ </a:t>
            </a:r>
            <a:r>
              <a:rPr lang="en-GB" dirty="0"/>
              <a:t>ERROR</a:t>
            </a:r>
          </a:p>
          <a:p>
            <a:pPr marL="0" indent="0">
              <a:buNone/>
            </a:pPr>
            <a:r>
              <a:rPr lang="en-GB" b="1" dirty="0"/>
              <a:t>WHY private fails?</a:t>
            </a:r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Python changes the variable name internally</a:t>
            </a:r>
          </a:p>
          <a:p>
            <a:pPr marL="0" indent="0">
              <a:buNone/>
            </a:pPr>
            <a:r>
              <a:rPr lang="en-GB" dirty="0" err="1"/>
              <a:t>self.__age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becomes:</a:t>
            </a:r>
          </a:p>
          <a:p>
            <a:pPr marL="0" indent="0">
              <a:buNone/>
            </a:pPr>
            <a:r>
              <a:rPr lang="en-GB" dirty="0" err="1"/>
              <a:t>self._Student__age</a:t>
            </a:r>
            <a:endParaRPr lang="en-GB" dirty="0"/>
          </a:p>
          <a:p>
            <a:pPr marL="0" indent="0">
              <a:buNone/>
            </a:pPr>
            <a:r>
              <a:rPr lang="en-PK" dirty="0"/>
              <a:t>👉 </a:t>
            </a:r>
            <a:r>
              <a:rPr lang="en-GB" dirty="0"/>
              <a:t>This is called </a:t>
            </a:r>
            <a:r>
              <a:rPr lang="en-GB" b="1" dirty="0"/>
              <a:t>name mangling</a:t>
            </a:r>
            <a:endParaRPr lang="en-GB" dirty="0"/>
          </a:p>
          <a:p>
            <a:r>
              <a:rPr lang="en-GB" dirty="0"/>
              <a:t>print(</a:t>
            </a:r>
            <a:r>
              <a:rPr lang="en-GB" dirty="0" err="1"/>
              <a:t>self._Student__age</a:t>
            </a:r>
            <a:r>
              <a:rPr lang="en-GB" dirty="0"/>
              <a:t>)  # works</a:t>
            </a:r>
          </a:p>
          <a:p>
            <a:r>
              <a:rPr lang="en-PK" dirty="0"/>
              <a:t>👉 </a:t>
            </a:r>
            <a:r>
              <a:rPr lang="en-GB" dirty="0"/>
              <a:t>But:</a:t>
            </a:r>
            <a:br>
              <a:rPr lang="en-GB" dirty="0"/>
            </a:br>
            <a:r>
              <a:rPr lang="en-PK" dirty="0"/>
              <a:t>❌ </a:t>
            </a:r>
            <a:r>
              <a:rPr lang="en-GB" dirty="0"/>
              <a:t>Never do this in real code</a:t>
            </a:r>
          </a:p>
          <a:p>
            <a:pPr marL="0" indent="0">
              <a:buNone/>
            </a:pP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34513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B49C-4092-FA49-0489-4A2A04BE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7B550-97F3-6C82-4B88-0E4F18C45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class Bank:</a:t>
            </a:r>
          </a:p>
          <a:p>
            <a:pPr marL="0" indent="0">
              <a:buNone/>
            </a:pPr>
            <a:r>
              <a:rPr lang="en-GB" dirty="0"/>
              <a:t>    def __</a:t>
            </a:r>
            <a:r>
              <a:rPr lang="en-GB" dirty="0" err="1"/>
              <a:t>init</a:t>
            </a:r>
            <a:r>
              <a:rPr lang="en-GB" dirty="0"/>
              <a:t>__(self):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self.name</a:t>
            </a:r>
            <a:r>
              <a:rPr lang="en-GB" dirty="0"/>
              <a:t> = "Ali"        # public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self._branch</a:t>
            </a:r>
            <a:r>
              <a:rPr lang="en-GB" dirty="0"/>
              <a:t> = "Lahore"  # protected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self.__balance</a:t>
            </a:r>
            <a:r>
              <a:rPr lang="en-GB" dirty="0"/>
              <a:t> = 50000   # private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 = Bank()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b.name</a:t>
            </a:r>
            <a:r>
              <a:rPr lang="en-GB" dirty="0"/>
              <a:t>)        # </a:t>
            </a:r>
            <a:r>
              <a:rPr lang="en-PK" dirty="0"/>
              <a:t>✅</a:t>
            </a:r>
          </a:p>
          <a:p>
            <a:pPr marL="0" indent="0">
              <a:buNone/>
            </a:pPr>
            <a:r>
              <a:rPr lang="en-GB" dirty="0"/>
              <a:t>print(</a:t>
            </a:r>
            <a:r>
              <a:rPr lang="en-GB" dirty="0" err="1"/>
              <a:t>b._branch</a:t>
            </a:r>
            <a:r>
              <a:rPr lang="en-GB" dirty="0"/>
              <a:t>)     # ⚠</a:t>
            </a:r>
          </a:p>
          <a:p>
            <a:pPr marL="0" indent="0">
              <a:buNone/>
            </a:pPr>
            <a:r>
              <a:rPr lang="en-GB" dirty="0"/>
              <a:t># print(</a:t>
            </a:r>
            <a:r>
              <a:rPr lang="en-GB" dirty="0" err="1"/>
              <a:t>b.__balance</a:t>
            </a:r>
            <a:r>
              <a:rPr lang="en-GB" dirty="0"/>
              <a:t>) </a:t>
            </a:r>
            <a:r>
              <a:rPr lang="en-PK" dirty="0"/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3835662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B15A-A670-4C90-2992-6C91B6C3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06F4-1F1A-98E3-F652-ACF52D27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83499-04AB-1289-D16B-60D4071B0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class Student:</a:t>
            </a:r>
            <a:br>
              <a:rPr lang="en-GB" dirty="0"/>
            </a:br>
            <a:r>
              <a:rPr lang="en-GB" dirty="0"/>
              <a:t>def __</a:t>
            </a:r>
            <a:r>
              <a:rPr lang="en-GB" dirty="0" err="1"/>
              <a:t>init</a:t>
            </a:r>
            <a:r>
              <a:rPr lang="en-GB" dirty="0"/>
              <a:t>__(self, name, marks):</a:t>
            </a:r>
            <a:br>
              <a:rPr lang="en-GB" dirty="0"/>
            </a:br>
            <a:r>
              <a:rPr lang="en-GB" dirty="0" err="1"/>
              <a:t>self.name</a:t>
            </a:r>
            <a:r>
              <a:rPr lang="en-GB" dirty="0"/>
              <a:t> = name</a:t>
            </a:r>
            <a:br>
              <a:rPr lang="en-GB" dirty="0"/>
            </a:br>
            <a:r>
              <a:rPr lang="en-GB" dirty="0" err="1"/>
              <a:t>self.__marks</a:t>
            </a:r>
            <a:r>
              <a:rPr lang="en-GB" dirty="0"/>
              <a:t> = marks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def </a:t>
            </a:r>
            <a:r>
              <a:rPr lang="en-GB" dirty="0" err="1"/>
              <a:t>show_result</a:t>
            </a:r>
            <a:r>
              <a:rPr lang="en-GB" dirty="0"/>
              <a:t>(self):</a:t>
            </a:r>
            <a:br>
              <a:rPr lang="en-GB" dirty="0"/>
            </a:br>
            <a:r>
              <a:rPr lang="en-GB" dirty="0"/>
              <a:t>if </a:t>
            </a:r>
            <a:r>
              <a:rPr lang="en-GB" dirty="0" err="1"/>
              <a:t>self.__marks</a:t>
            </a:r>
            <a:r>
              <a:rPr lang="en-GB" dirty="0"/>
              <a:t> &gt;= 60: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self.name</a:t>
            </a:r>
            <a:r>
              <a:rPr lang="en-GB" dirty="0"/>
              <a:t>, "Pass")</a:t>
            </a:r>
            <a:br>
              <a:rPr lang="en-GB" dirty="0"/>
            </a:br>
            <a:r>
              <a:rPr lang="en-GB" dirty="0"/>
              <a:t>else:</a:t>
            </a:r>
            <a:br>
              <a:rPr lang="en-GB" dirty="0"/>
            </a:br>
            <a:r>
              <a:rPr lang="en-GB" dirty="0"/>
              <a:t>print(</a:t>
            </a:r>
            <a:r>
              <a:rPr lang="en-GB" dirty="0" err="1"/>
              <a:t>self.name</a:t>
            </a:r>
            <a:r>
              <a:rPr lang="en-GB" dirty="0"/>
              <a:t>, "Fail")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s1 = Student("Ali", 70)</a:t>
            </a:r>
            <a:br>
              <a:rPr lang="en-GB" dirty="0"/>
            </a:br>
            <a:r>
              <a:rPr lang="en-GB" dirty="0"/>
              <a:t>s1.show_result()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51627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5EEF-3A89-A1FA-9DD9-81AC7B5E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B86A-00D4-FD5C-FD10-AB699430E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PK" b="1" dirty="0">
                <a:latin typeface="+mn-lt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6979-4C92-7126-A679-CF21AA3AB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class Car:</a:t>
            </a:r>
          </a:p>
          <a:p>
            <a:pPr marL="0" indent="0">
              <a:buNone/>
            </a:pPr>
            <a:r>
              <a:rPr lang="en-GB" dirty="0"/>
              <a:t>    def __</a:t>
            </a:r>
            <a:r>
              <a:rPr lang="en-GB" dirty="0" err="1"/>
              <a:t>init</a:t>
            </a:r>
            <a:r>
              <a:rPr lang="en-GB" dirty="0"/>
              <a:t>__(self, name, speed):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self.name</a:t>
            </a:r>
            <a:r>
              <a:rPr lang="en-GB" dirty="0"/>
              <a:t> = name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self.speed</a:t>
            </a:r>
            <a:r>
              <a:rPr lang="en-GB" dirty="0"/>
              <a:t> = speed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def display(self):</a:t>
            </a:r>
          </a:p>
          <a:p>
            <a:pPr marL="0" indent="0">
              <a:buNone/>
            </a:pPr>
            <a:r>
              <a:rPr lang="en-GB" dirty="0"/>
              <a:t>        print(</a:t>
            </a:r>
            <a:r>
              <a:rPr lang="en-GB" dirty="0" err="1"/>
              <a:t>self.name</a:t>
            </a:r>
            <a:r>
              <a:rPr lang="en-GB" dirty="0"/>
              <a:t>, "runs at", </a:t>
            </a:r>
            <a:r>
              <a:rPr lang="en-GB" dirty="0" err="1"/>
              <a:t>self.speed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c1 = Car("Toyota", 120)</a:t>
            </a:r>
          </a:p>
          <a:p>
            <a:pPr marL="0" indent="0">
              <a:buNone/>
            </a:pPr>
            <a:r>
              <a:rPr lang="en-GB" dirty="0"/>
              <a:t>c1.display()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0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1112</Words>
  <Application>Microsoft Macintosh PowerPoint</Application>
  <PresentationFormat>Widescreen</PresentationFormat>
  <Paragraphs>159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Programming for Business </vt:lpstr>
      <vt:lpstr>OOP</vt:lpstr>
      <vt:lpstr>Key Concepts of OOP </vt:lpstr>
      <vt:lpstr>Class </vt:lpstr>
      <vt:lpstr>Class </vt:lpstr>
      <vt:lpstr>Object</vt:lpstr>
      <vt:lpstr>Code</vt:lpstr>
      <vt:lpstr>Using Constructor (__init__)</vt:lpstr>
      <vt:lpstr>Methods in Class </vt:lpstr>
      <vt:lpstr>Example</vt:lpstr>
      <vt:lpstr>Common Mistakes </vt:lpstr>
      <vt:lpstr>Common Mistakes </vt:lpstr>
      <vt:lpstr>What are Access Modifiers? </vt:lpstr>
      <vt:lpstr>Public Access modifier </vt:lpstr>
      <vt:lpstr>Protected(_)</vt:lpstr>
      <vt:lpstr>Private (__) </vt:lpstr>
      <vt:lpstr>Example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TK-LPT-865</dc:creator>
  <cp:lastModifiedBy>TK-LPT-865</cp:lastModifiedBy>
  <cp:revision>1</cp:revision>
  <dcterms:created xsi:type="dcterms:W3CDTF">2026-04-28T07:54:54Z</dcterms:created>
  <dcterms:modified xsi:type="dcterms:W3CDTF">2026-04-28T08:53:00Z</dcterms:modified>
</cp:coreProperties>
</file>