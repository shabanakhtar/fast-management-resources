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3" r:id="rId4"/>
    <p:sldId id="258" r:id="rId5"/>
    <p:sldId id="276" r:id="rId6"/>
    <p:sldId id="259" r:id="rId7"/>
    <p:sldId id="260" r:id="rId8"/>
    <p:sldId id="261" r:id="rId9"/>
    <p:sldId id="279" r:id="rId10"/>
    <p:sldId id="280" r:id="rId11"/>
    <p:sldId id="281" r:id="rId12"/>
    <p:sldId id="262" r:id="rId13"/>
    <p:sldId id="282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37"/>
    <p:restoredTop sz="94678"/>
  </p:normalViewPr>
  <p:slideViewPr>
    <p:cSldViewPr snapToGrid="0" snapToObjects="1">
      <p:cViewPr varScale="1">
        <p:scale>
          <a:sx n="142" d="100"/>
          <a:sy n="142" d="100"/>
        </p:scale>
        <p:origin x="13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346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Programming for Business</a:t>
            </a:r>
            <a:br>
              <a:rPr lang="en-GB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65612"/>
            <a:ext cx="8229600" cy="5229692"/>
          </a:xfrm>
        </p:spPr>
        <p:txBody>
          <a:bodyPr>
            <a:normAutofit/>
          </a:bodyPr>
          <a:lstStyle/>
          <a:p>
            <a:pPr marL="0" indent="0" algn="ctr">
              <a:buNone/>
              <a:defRPr sz="1800"/>
            </a:pPr>
            <a:r>
              <a:rPr lang="en-GB" sz="2800" b="1" dirty="0"/>
              <a:t>GUI Programming</a:t>
            </a:r>
          </a:p>
          <a:p>
            <a:pPr marL="0" indent="0" algn="ctr">
              <a:buNone/>
              <a:defRPr sz="1800"/>
            </a:pPr>
            <a:r>
              <a:rPr lang="en-GB" sz="2800" b="1" dirty="0"/>
              <a:t>FAST–NUCES</a:t>
            </a:r>
          </a:p>
          <a:p>
            <a:pPr marL="0" indent="0" algn="ctr">
              <a:buNone/>
              <a:defRPr sz="1800"/>
            </a:pPr>
            <a:r>
              <a:rPr lang="en-GB" sz="2800" b="1" dirty="0"/>
              <a:t>Miss Shumaila Arshad</a:t>
            </a:r>
            <a:endParaRPr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GUI?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GUI stands for Graphical User Interface.</a:t>
            </a:r>
          </a:p>
          <a:p>
            <a:pPr>
              <a:defRPr sz="1800"/>
            </a:pPr>
            <a:r>
              <a:rPr dirty="0"/>
              <a:t>It allows users to interact using windows, buttons, menus, and text boxes.</a:t>
            </a:r>
            <a:endParaRPr lang="en-US" dirty="0"/>
          </a:p>
          <a:p>
            <a:pPr>
              <a:defRPr sz="1800"/>
            </a:pPr>
            <a:r>
              <a:rPr lang="en-GB" dirty="0"/>
              <a:t>GUI means interacting with software using graphical elements.</a:t>
            </a:r>
            <a:endParaRPr dirty="0"/>
          </a:p>
          <a:p>
            <a:pPr>
              <a:defRPr sz="1800"/>
            </a:pPr>
            <a:r>
              <a:rPr dirty="0"/>
              <a:t>Examples: Calculator, Browser, ATM Screen</a:t>
            </a:r>
            <a:endParaRPr lang="en-US" dirty="0"/>
          </a:p>
          <a:p>
            <a:pPr>
              <a:defRPr sz="1800"/>
            </a:pPr>
            <a:endParaRPr lang="en-PK" dirty="0"/>
          </a:p>
          <a:p>
            <a:pPr marL="0" indent="0">
              <a:buNone/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24B5-80DB-163B-8BD9-8E71C1EE0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GUI</a:t>
            </a: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C268C-0981-CBCD-6CB4-519DF1330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Graphical User Interface uses windows, buttons, and icons.</a:t>
            </a:r>
          </a:p>
          <a:p>
            <a:pPr marL="0" indent="0">
              <a:buNone/>
            </a:pPr>
            <a:r>
              <a:rPr lang="en-GB" b="1" dirty="0"/>
              <a:t>Advantages</a:t>
            </a:r>
          </a:p>
          <a:p>
            <a:r>
              <a:rPr lang="en-GB" dirty="0"/>
              <a:t>Easy to use </a:t>
            </a:r>
          </a:p>
          <a:p>
            <a:r>
              <a:rPr lang="en-GB" dirty="0"/>
              <a:t>Attractive and interactive applications</a:t>
            </a:r>
          </a:p>
          <a:p>
            <a:r>
              <a:rPr lang="en-GB" dirty="0"/>
              <a:t>Better user experience</a:t>
            </a:r>
          </a:p>
          <a:p>
            <a:r>
              <a:rPr lang="en-GB" dirty="0"/>
              <a:t>Beginner-friendly </a:t>
            </a:r>
          </a:p>
          <a:p>
            <a:pPr marL="0" indent="0">
              <a:buNone/>
            </a:pPr>
            <a:r>
              <a:rPr lang="en-GB" b="1" dirty="0"/>
              <a:t>Disadvantages</a:t>
            </a:r>
          </a:p>
          <a:p>
            <a:r>
              <a:rPr lang="en-GB" dirty="0"/>
              <a:t>Uses more memory </a:t>
            </a:r>
          </a:p>
          <a:p>
            <a:r>
              <a:rPr lang="en-GB" dirty="0"/>
              <a:t>Slower sometimes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82930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Command Line Interface uses text commands.</a:t>
            </a:r>
          </a:p>
          <a:p>
            <a:pPr marL="0" indent="0">
              <a:buNone/>
            </a:pPr>
            <a:r>
              <a:rPr lang="en-GB" sz="1800" b="1" dirty="0"/>
              <a:t>Advantages</a:t>
            </a:r>
          </a:p>
          <a:p>
            <a:r>
              <a:rPr lang="en-GB" sz="1800" dirty="0"/>
              <a:t>Faster for experts </a:t>
            </a:r>
          </a:p>
          <a:p>
            <a:r>
              <a:rPr lang="en-GB" sz="1800" dirty="0"/>
              <a:t>Uses fewer resources </a:t>
            </a:r>
          </a:p>
          <a:p>
            <a:pPr marL="0" indent="0">
              <a:buNone/>
            </a:pPr>
            <a:r>
              <a:rPr lang="en-GB" sz="1800" b="1" dirty="0"/>
              <a:t>Disadvantages</a:t>
            </a:r>
          </a:p>
          <a:p>
            <a:r>
              <a:rPr lang="en-GB" sz="1800" dirty="0"/>
              <a:t>Hard for beginners </a:t>
            </a:r>
          </a:p>
          <a:p>
            <a:r>
              <a:rPr lang="en-GB" sz="1800" dirty="0"/>
              <a:t>Must remember commands</a:t>
            </a:r>
          </a:p>
          <a:p>
            <a:pPr>
              <a:defRPr sz="1800"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3FBBBE-9A97-22BD-E903-DCC87ABAA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941953"/>
              </p:ext>
            </p:extLst>
          </p:nvPr>
        </p:nvGraphicFramePr>
        <p:xfrm>
          <a:off x="645459" y="4663123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01983718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2451797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668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Visual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Text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52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Mouse interaction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Keyboard commands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206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Easy for beginners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Requires technical knowledge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4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GUI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Calculator</a:t>
            </a:r>
          </a:p>
          <a:p>
            <a:pPr>
              <a:defRPr sz="1800"/>
            </a:pPr>
            <a:r>
              <a:rPr dirty="0"/>
              <a:t>Text Editor</a:t>
            </a:r>
          </a:p>
          <a:p>
            <a:pPr>
              <a:defRPr sz="1800"/>
            </a:pPr>
            <a:r>
              <a:rPr dirty="0"/>
              <a:t>Login Forms</a:t>
            </a:r>
          </a:p>
          <a:p>
            <a:pPr>
              <a:defRPr sz="1800"/>
            </a:pPr>
            <a:r>
              <a:rPr dirty="0"/>
              <a:t>Management Systems</a:t>
            </a:r>
          </a:p>
          <a:p>
            <a:pPr>
              <a:defRPr sz="1800"/>
            </a:pPr>
            <a:r>
              <a:rPr dirty="0"/>
              <a:t>Games</a:t>
            </a:r>
          </a:p>
        </p:txBody>
      </p:sp>
    </p:spTree>
    <p:extLst>
      <p:ext uri="{BB962C8B-B14F-4D97-AF65-F5344CB8AC3E}">
        <p14:creationId xmlns:p14="http://schemas.microsoft.com/office/powerpoint/2010/main" val="1934089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GUI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 err="1"/>
              <a:t>Tkinter</a:t>
            </a:r>
            <a:endParaRPr dirty="0"/>
          </a:p>
          <a:p>
            <a:pPr>
              <a:defRPr sz="1800"/>
            </a:pPr>
            <a:r>
              <a:rPr dirty="0" err="1"/>
              <a:t>PyQt</a:t>
            </a:r>
            <a:endParaRPr dirty="0"/>
          </a:p>
          <a:p>
            <a:pPr>
              <a:defRPr sz="1800"/>
            </a:pPr>
            <a:r>
              <a:rPr dirty="0" err="1"/>
              <a:t>Kivy</a:t>
            </a:r>
            <a:endParaRPr dirty="0"/>
          </a:p>
          <a:p>
            <a:pPr>
              <a:defRPr sz="1800"/>
            </a:pPr>
            <a:r>
              <a:rPr dirty="0" err="1"/>
              <a:t>wxPython</a:t>
            </a:r>
            <a:endParaRPr dirty="0"/>
          </a:p>
          <a:p>
            <a:pPr>
              <a:defRPr sz="1800"/>
            </a:pPr>
            <a:r>
              <a:rPr dirty="0" err="1"/>
              <a:t>Tkinter</a:t>
            </a:r>
            <a:r>
              <a:rPr dirty="0"/>
              <a:t> is best for beginners.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Tkinter?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Tkinter is Python's built-in GUI library.</a:t>
            </a:r>
          </a:p>
          <a:p>
            <a:pPr>
              <a:defRPr sz="1800"/>
            </a:pPr>
            <a:r>
              <a:t>Used to create desktop applications.</a:t>
            </a:r>
          </a:p>
          <a:p>
            <a:pPr>
              <a:defRPr sz="1800"/>
            </a:pPr>
            <a:r>
              <a:t>Provides widgets like buttons, labels, and text boxes.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Tkinter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1. Import </a:t>
            </a:r>
            <a:r>
              <a:rPr dirty="0" err="1"/>
              <a:t>Tkinter</a:t>
            </a:r>
            <a:endParaRPr dirty="0"/>
          </a:p>
          <a:p>
            <a:pPr marL="0" indent="0">
              <a:buNone/>
              <a:defRPr sz="1800"/>
            </a:pPr>
            <a:r>
              <a:rPr dirty="0"/>
              <a:t>2. Create window</a:t>
            </a:r>
          </a:p>
          <a:p>
            <a:pPr marL="0" indent="0">
              <a:buNone/>
              <a:defRPr sz="1800"/>
            </a:pPr>
            <a:r>
              <a:rPr dirty="0"/>
              <a:t>3. Add widgets</a:t>
            </a:r>
          </a:p>
          <a:p>
            <a:pPr marL="0" indent="0">
              <a:buNone/>
              <a:defRPr sz="1800"/>
            </a:pPr>
            <a:r>
              <a:rPr dirty="0"/>
              <a:t>4. Run </a:t>
            </a:r>
            <a:r>
              <a:rPr dirty="0" err="1"/>
              <a:t>mainloop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51AC5-A453-103E-73CE-1DB5331E0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Difference Between Both Methods</a:t>
            </a: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BABF8-9011-1BAD-F4B4-9BD7C6F84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3353"/>
            <a:ext cx="8229600" cy="529365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b="1" dirty="0"/>
              <a:t>Method 1</a:t>
            </a:r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tkinter</a:t>
            </a:r>
            <a:r>
              <a:rPr lang="en-GB" dirty="0"/>
              <a:t> import *</a:t>
            </a:r>
          </a:p>
          <a:p>
            <a:pPr marL="0" indent="0">
              <a:buNone/>
            </a:pPr>
            <a:r>
              <a:rPr lang="en-GB" b="1" dirty="0"/>
              <a:t>Usage:</a:t>
            </a:r>
          </a:p>
          <a:p>
            <a:pPr marL="0" indent="0">
              <a:buNone/>
            </a:pPr>
            <a:r>
              <a:rPr lang="en-GB" dirty="0"/>
              <a:t>Button()</a:t>
            </a:r>
            <a:br>
              <a:rPr lang="en-GB" dirty="0"/>
            </a:br>
            <a:r>
              <a:rPr lang="en-GB" dirty="0"/>
              <a:t>Label()</a:t>
            </a:r>
            <a:br>
              <a:rPr lang="en-GB" dirty="0"/>
            </a:br>
            <a:r>
              <a:rPr lang="en-GB" dirty="0"/>
              <a:t>Entry()</a:t>
            </a:r>
          </a:p>
          <a:p>
            <a:r>
              <a:rPr lang="en-GB" dirty="0"/>
              <a:t>No prefix needed.</a:t>
            </a:r>
          </a:p>
          <a:p>
            <a:pPr marL="0" indent="0">
              <a:buNone/>
            </a:pPr>
            <a:r>
              <a:rPr lang="en-GB" dirty="0"/>
              <a:t>Example:</a:t>
            </a:r>
            <a:br>
              <a:rPr lang="en-GB" dirty="0"/>
            </a:br>
            <a:r>
              <a:rPr lang="en-GB" dirty="0"/>
              <a:t> from </a:t>
            </a:r>
            <a:r>
              <a:rPr lang="en-GB" dirty="0" err="1"/>
              <a:t>tkinter</a:t>
            </a:r>
            <a:r>
              <a:rPr lang="en-GB" dirty="0"/>
              <a:t> import *</a:t>
            </a:r>
            <a:br>
              <a:rPr lang="en-GB" dirty="0"/>
            </a:br>
            <a:br>
              <a:rPr lang="en-GB" dirty="0"/>
            </a:br>
            <a:r>
              <a:rPr lang="en-GB" dirty="0"/>
              <a:t>root = Tk()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# Widgets go here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root.mainloop</a:t>
            </a:r>
            <a:r>
              <a:rPr lang="en-GB" dirty="0"/>
              <a:t>()</a:t>
            </a:r>
          </a:p>
          <a:p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963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F442E-D2BE-9EBB-9075-90DEC78A0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Difference Between Both Methods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18A02-A6DC-EAA8-6FF2-555458698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Method 2</a:t>
            </a:r>
          </a:p>
          <a:p>
            <a:pPr marL="0" indent="0">
              <a:buNone/>
            </a:pPr>
            <a:r>
              <a:rPr lang="en-GB" dirty="0"/>
              <a:t>import </a:t>
            </a:r>
            <a:r>
              <a:rPr lang="en-GB" dirty="0" err="1"/>
              <a:t>tkinter</a:t>
            </a:r>
            <a:r>
              <a:rPr lang="en-GB" dirty="0"/>
              <a:t> as </a:t>
            </a:r>
            <a:r>
              <a:rPr lang="en-GB" dirty="0" err="1"/>
              <a:t>tk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Usage:</a:t>
            </a:r>
          </a:p>
          <a:p>
            <a:pPr marL="0" indent="0">
              <a:buNone/>
            </a:pPr>
            <a:r>
              <a:rPr lang="en-GB" dirty="0" err="1"/>
              <a:t>tk.Button</a:t>
            </a:r>
            <a:r>
              <a:rPr lang="en-GB" dirty="0"/>
              <a:t>()</a:t>
            </a:r>
            <a:br>
              <a:rPr lang="en-GB" dirty="0"/>
            </a:br>
            <a:r>
              <a:rPr lang="en-GB" dirty="0" err="1"/>
              <a:t>tk.Label</a:t>
            </a:r>
            <a:r>
              <a:rPr lang="en-GB" dirty="0"/>
              <a:t>()</a:t>
            </a:r>
            <a:br>
              <a:rPr lang="en-GB" dirty="0"/>
            </a:br>
            <a:r>
              <a:rPr lang="en-GB" dirty="0" err="1"/>
              <a:t>tk.Entry</a:t>
            </a:r>
            <a:r>
              <a:rPr lang="en-GB" dirty="0"/>
              <a:t>()</a:t>
            </a:r>
          </a:p>
          <a:p>
            <a:r>
              <a:rPr lang="en-GB" dirty="0"/>
              <a:t>You must use tk. before widgets.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24013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C9339-1B9F-8CE4-9FCD-98DDACE3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/>
              <a:t>Example using tk.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49860-3E99-A16A-1C5A-BA4FECA9C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import </a:t>
            </a:r>
            <a:r>
              <a:rPr lang="en-GB" dirty="0" err="1"/>
              <a:t>tkinter</a:t>
            </a:r>
            <a:r>
              <a:rPr lang="en-GB" dirty="0"/>
              <a:t> as </a:t>
            </a:r>
            <a:r>
              <a:rPr lang="en-GB" dirty="0" err="1"/>
              <a:t>tk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root = </a:t>
            </a:r>
            <a:r>
              <a:rPr lang="en-GB" dirty="0" err="1"/>
              <a:t>tk.Tk</a:t>
            </a:r>
            <a:r>
              <a:rPr lang="en-GB" dirty="0"/>
              <a:t>()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label = </a:t>
            </a:r>
            <a:r>
              <a:rPr lang="en-GB" dirty="0" err="1"/>
              <a:t>tk.Label</a:t>
            </a:r>
            <a:r>
              <a:rPr lang="en-GB" dirty="0"/>
              <a:t>(root, text="Hello")</a:t>
            </a:r>
          </a:p>
          <a:p>
            <a:pPr marL="0" indent="0">
              <a:buNone/>
            </a:pPr>
            <a:r>
              <a:rPr lang="en-GB" dirty="0" err="1"/>
              <a:t>label.pack</a:t>
            </a:r>
            <a:r>
              <a:rPr lang="en-GB" dirty="0"/>
              <a:t>()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/>
              <a:t>root.mainloop</a:t>
            </a:r>
            <a:r>
              <a:rPr lang="en-GB" dirty="0"/>
              <a:t>()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11241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GUI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from </a:t>
            </a:r>
            <a:r>
              <a:rPr dirty="0" err="1"/>
              <a:t>tkinter</a:t>
            </a:r>
            <a:r>
              <a:rPr dirty="0"/>
              <a:t> import *</a:t>
            </a:r>
          </a:p>
          <a:p>
            <a:pPr marL="0" indent="0">
              <a:buNone/>
              <a:defRPr sz="1800"/>
            </a:pPr>
            <a:r>
              <a:rPr dirty="0"/>
              <a:t>root = Tk()</a:t>
            </a:r>
          </a:p>
          <a:p>
            <a:pPr marL="0" indent="0">
              <a:buNone/>
              <a:defRPr sz="1800"/>
            </a:pPr>
            <a:r>
              <a:rPr dirty="0" err="1"/>
              <a:t>root.title</a:t>
            </a:r>
            <a:r>
              <a:rPr dirty="0"/>
              <a:t>('My First GUI')</a:t>
            </a:r>
          </a:p>
          <a:p>
            <a:pPr marL="0" indent="0">
              <a:buNone/>
              <a:defRPr sz="1800"/>
            </a:pPr>
            <a:r>
              <a:rPr dirty="0" err="1"/>
              <a:t>root.geometry</a:t>
            </a:r>
            <a:r>
              <a:rPr dirty="0"/>
              <a:t>('300x200')</a:t>
            </a:r>
          </a:p>
          <a:p>
            <a:pPr marL="0" indent="0">
              <a:buNone/>
              <a:defRPr sz="1800"/>
            </a:pPr>
            <a:r>
              <a:rPr dirty="0" err="1"/>
              <a:t>root.mainloop</a:t>
            </a:r>
            <a:r>
              <a:rPr dirty="0"/>
              <a:t>()</a:t>
            </a:r>
            <a:endParaRPr lang="en-US" dirty="0"/>
          </a:p>
          <a:p>
            <a:pPr marL="0" indent="0">
              <a:buNone/>
              <a:defRPr sz="1800"/>
            </a:pPr>
            <a:br>
              <a:rPr lang="en-PK" dirty="0"/>
            </a:br>
            <a:r>
              <a:rPr lang="en-PK" b="1" dirty="0"/>
              <a:t>Explanation of program:</a:t>
            </a:r>
          </a:p>
          <a:p>
            <a:pPr>
              <a:defRPr sz="1800"/>
            </a:pPr>
            <a:r>
              <a:rPr lang="en-GB" dirty="0"/>
              <a:t>Tk() creates the window.</a:t>
            </a:r>
          </a:p>
          <a:p>
            <a:pPr>
              <a:defRPr sz="1800"/>
            </a:pPr>
            <a:r>
              <a:rPr lang="en-GB" dirty="0"/>
              <a:t>title() sets title.</a:t>
            </a:r>
          </a:p>
          <a:p>
            <a:pPr>
              <a:defRPr sz="1800"/>
            </a:pPr>
            <a:r>
              <a:rPr lang="en-GB" dirty="0"/>
              <a:t>geometry() sets size.</a:t>
            </a:r>
          </a:p>
          <a:p>
            <a:pPr>
              <a:defRPr sz="1800"/>
            </a:pPr>
            <a:r>
              <a:rPr lang="en-GB" dirty="0" err="1"/>
              <a:t>mainloop</a:t>
            </a:r>
            <a:r>
              <a:rPr lang="en-GB" dirty="0"/>
              <a:t>() keeps the window open.</a:t>
            </a:r>
          </a:p>
          <a:p>
            <a:pPr marL="0" indent="0">
              <a:buNone/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F7EF-C5D8-AD7C-04F5-108046EA5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Purpose of </a:t>
            </a:r>
            <a:r>
              <a:rPr lang="en-GB" b="1" dirty="0" err="1"/>
              <a:t>mainloop</a:t>
            </a:r>
            <a:r>
              <a:rPr lang="en-GB" b="1" dirty="0"/>
              <a:t>()</a:t>
            </a: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67F20-CF70-D517-377C-F2FA3A8B3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mainloop</a:t>
            </a:r>
            <a:r>
              <a:rPr lang="en-GB" dirty="0"/>
              <a:t>():</a:t>
            </a:r>
          </a:p>
          <a:p>
            <a:r>
              <a:rPr lang="en-GB" dirty="0"/>
              <a:t>Keeps the window open </a:t>
            </a:r>
          </a:p>
          <a:p>
            <a:r>
              <a:rPr lang="en-GB" dirty="0"/>
              <a:t>Waits for user actions </a:t>
            </a:r>
          </a:p>
          <a:p>
            <a:r>
              <a:rPr lang="en-GB" dirty="0"/>
              <a:t>Handles events like: </a:t>
            </a:r>
          </a:p>
          <a:p>
            <a:pPr lvl="1"/>
            <a:r>
              <a:rPr lang="en-GB" dirty="0"/>
              <a:t>Button clicks </a:t>
            </a:r>
          </a:p>
          <a:p>
            <a:pPr lvl="1"/>
            <a:r>
              <a:rPr lang="en-GB" dirty="0"/>
              <a:t>Keyboard input </a:t>
            </a:r>
          </a:p>
          <a:p>
            <a:pPr lvl="1"/>
            <a:r>
              <a:rPr lang="en-GB" dirty="0"/>
              <a:t>Mouse actions </a:t>
            </a:r>
          </a:p>
          <a:p>
            <a:r>
              <a:rPr lang="en-GB" dirty="0"/>
              <a:t>Without it, the window closes immediately.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22840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Label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Label displays text.</a:t>
            </a:r>
          </a:p>
          <a:p>
            <a:pPr marL="0" indent="0">
              <a:buNone/>
              <a:defRPr sz="1800"/>
            </a:pPr>
            <a:r>
              <a:rPr dirty="0"/>
              <a:t>Example:</a:t>
            </a:r>
          </a:p>
          <a:p>
            <a:pPr marL="0" indent="0">
              <a:buNone/>
              <a:defRPr sz="1800"/>
            </a:pPr>
            <a:r>
              <a:rPr dirty="0"/>
              <a:t>label = Label(root, text='Hello Students')</a:t>
            </a:r>
          </a:p>
          <a:p>
            <a:pPr marL="0" indent="0">
              <a:buNone/>
              <a:defRPr sz="1800"/>
            </a:pPr>
            <a:r>
              <a:rPr dirty="0" err="1"/>
              <a:t>label.pack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Button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Buttons perform actions.</a:t>
            </a:r>
          </a:p>
          <a:p>
            <a:pPr marL="0" indent="0">
              <a:buNone/>
              <a:defRPr sz="1800"/>
            </a:pPr>
            <a:r>
              <a:rPr dirty="0"/>
              <a:t>Example:</a:t>
            </a:r>
          </a:p>
          <a:p>
            <a:pPr marL="0" indent="0">
              <a:buNone/>
              <a:defRPr sz="1800"/>
            </a:pPr>
            <a:r>
              <a:rPr dirty="0"/>
              <a:t>button = Button(root, text='Click Me')</a:t>
            </a:r>
          </a:p>
          <a:p>
            <a:pPr marL="0" indent="0">
              <a:buNone/>
              <a:defRPr sz="1800"/>
            </a:pPr>
            <a:r>
              <a:rPr dirty="0" err="1"/>
              <a:t>button.pack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Entry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Entry accepts user input.</a:t>
            </a:r>
          </a:p>
          <a:p>
            <a:pPr marL="0" indent="0">
              <a:buNone/>
              <a:defRPr sz="1800"/>
            </a:pPr>
            <a:r>
              <a:rPr dirty="0"/>
              <a:t>Example:</a:t>
            </a:r>
          </a:p>
          <a:p>
            <a:pPr marL="0" indent="0">
              <a:buNone/>
              <a:defRPr sz="1800"/>
            </a:pPr>
            <a:r>
              <a:rPr dirty="0"/>
              <a:t>entry = Entry(root)</a:t>
            </a:r>
          </a:p>
          <a:p>
            <a:pPr marL="0" indent="0">
              <a:buNone/>
              <a:defRPr sz="1800"/>
            </a:pPr>
            <a:r>
              <a:rPr dirty="0" err="1"/>
              <a:t>entry.pack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Complete GUI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from </a:t>
            </a:r>
            <a:r>
              <a:rPr dirty="0" err="1"/>
              <a:t>tkinter</a:t>
            </a:r>
            <a:r>
              <a:rPr dirty="0"/>
              <a:t> import *</a:t>
            </a:r>
          </a:p>
          <a:p>
            <a:pPr marL="0" indent="0">
              <a:buNone/>
              <a:defRPr sz="1800"/>
            </a:pPr>
            <a:r>
              <a:rPr dirty="0"/>
              <a:t>root = Tk()</a:t>
            </a:r>
          </a:p>
          <a:p>
            <a:pPr marL="0" indent="0">
              <a:buNone/>
              <a:defRPr sz="1800"/>
            </a:pPr>
            <a:r>
              <a:rPr dirty="0"/>
              <a:t>label = Label(root, text='Welcome')</a:t>
            </a:r>
          </a:p>
          <a:p>
            <a:pPr marL="0" indent="0">
              <a:buNone/>
              <a:defRPr sz="1800"/>
            </a:pPr>
            <a:r>
              <a:rPr dirty="0" err="1"/>
              <a:t>label.pack</a:t>
            </a:r>
            <a:r>
              <a:rPr dirty="0"/>
              <a:t>()</a:t>
            </a:r>
          </a:p>
          <a:p>
            <a:pPr marL="0" indent="0">
              <a:buNone/>
              <a:defRPr sz="1800"/>
            </a:pPr>
            <a:r>
              <a:rPr dirty="0"/>
              <a:t>button = Button(root, text='Submit')</a:t>
            </a:r>
          </a:p>
          <a:p>
            <a:pPr marL="0" indent="0">
              <a:buNone/>
              <a:defRPr sz="1800"/>
            </a:pPr>
            <a:r>
              <a:rPr dirty="0" err="1"/>
              <a:t>button.pack</a:t>
            </a:r>
            <a:r>
              <a:rPr dirty="0"/>
              <a:t>()</a:t>
            </a:r>
          </a:p>
          <a:p>
            <a:pPr marL="0" indent="0">
              <a:buNone/>
              <a:defRPr sz="1800"/>
            </a:pPr>
            <a:r>
              <a:rPr dirty="0" err="1"/>
              <a:t>root.mainloop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Event handling means responding to user actions such as:</a:t>
            </a:r>
          </a:p>
          <a:p>
            <a:r>
              <a:rPr lang="en-GB" sz="1800" dirty="0"/>
              <a:t>Button clicks </a:t>
            </a:r>
          </a:p>
          <a:p>
            <a:r>
              <a:rPr lang="en-GB" sz="1800" dirty="0"/>
              <a:t>Mouse movement </a:t>
            </a:r>
          </a:p>
          <a:p>
            <a:r>
              <a:rPr lang="en-GB" sz="1800" dirty="0"/>
              <a:t>Keyboard input 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r>
              <a:rPr dirty="0"/>
              <a:t>Responding to user actions.</a:t>
            </a:r>
          </a:p>
          <a:p>
            <a:pPr>
              <a:defRPr sz="1800"/>
            </a:pPr>
            <a:r>
              <a:rPr dirty="0"/>
              <a:t>Example: Button click event.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Button Click Event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from </a:t>
            </a:r>
            <a:r>
              <a:rPr dirty="0" err="1"/>
              <a:t>tkinter</a:t>
            </a:r>
            <a:r>
              <a:rPr dirty="0"/>
              <a:t> import *</a:t>
            </a:r>
          </a:p>
          <a:p>
            <a:pPr marL="0" indent="0">
              <a:buNone/>
              <a:defRPr sz="1800"/>
            </a:pPr>
            <a:r>
              <a:rPr dirty="0"/>
              <a:t>def message():</a:t>
            </a:r>
          </a:p>
          <a:p>
            <a:pPr marL="0" indent="0">
              <a:buNone/>
              <a:defRPr sz="1800"/>
            </a:pPr>
            <a:r>
              <a:rPr dirty="0"/>
              <a:t>    print('Button Clicked')</a:t>
            </a:r>
          </a:p>
          <a:p>
            <a:pPr marL="0" indent="0">
              <a:buNone/>
              <a:defRPr sz="1800"/>
            </a:pPr>
            <a:r>
              <a:rPr dirty="0"/>
              <a:t>root = Tk()</a:t>
            </a:r>
          </a:p>
          <a:p>
            <a:pPr marL="0" indent="0">
              <a:buNone/>
              <a:defRPr sz="1800"/>
            </a:pPr>
            <a:r>
              <a:rPr dirty="0" err="1"/>
              <a:t>btn</a:t>
            </a:r>
            <a:r>
              <a:rPr dirty="0"/>
              <a:t> = Button(root, text='Click', command=message)</a:t>
            </a:r>
          </a:p>
          <a:p>
            <a:pPr marL="0" indent="0">
              <a:buNone/>
              <a:defRPr sz="1800"/>
            </a:pPr>
            <a:r>
              <a:rPr dirty="0" err="1"/>
              <a:t>btn.pack</a:t>
            </a:r>
            <a:r>
              <a:rPr dirty="0"/>
              <a:t>()</a:t>
            </a:r>
          </a:p>
          <a:p>
            <a:pPr marL="0" indent="0">
              <a:buNone/>
              <a:defRPr sz="1800"/>
            </a:pPr>
            <a:r>
              <a:rPr dirty="0" err="1"/>
              <a:t>root.mainloop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Managers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pack()</a:t>
            </a:r>
          </a:p>
          <a:p>
            <a:pPr>
              <a:defRPr sz="1800"/>
            </a:pPr>
            <a:r>
              <a:rPr dirty="0"/>
              <a:t>grid()</a:t>
            </a:r>
          </a:p>
          <a:p>
            <a:pPr>
              <a:defRPr sz="1800"/>
            </a:pPr>
            <a:r>
              <a:rPr dirty="0"/>
              <a:t>place()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pack()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dirty="0"/>
              <a:t>Automatically arranges widgets.</a:t>
            </a:r>
          </a:p>
          <a:p>
            <a:pPr>
              <a:defRPr sz="1800"/>
            </a:pPr>
            <a:r>
              <a:rPr sz="1800" dirty="0"/>
              <a:t>Simple and beginner-friendly.</a:t>
            </a:r>
            <a:endParaRPr lang="en-US" sz="1800" dirty="0"/>
          </a:p>
          <a:p>
            <a:pPr marL="0" indent="0">
              <a:buNone/>
            </a:pPr>
            <a:r>
              <a:rPr lang="en-GB" sz="1800" b="1" dirty="0"/>
              <a:t>pack() syntax</a:t>
            </a:r>
          </a:p>
          <a:p>
            <a:r>
              <a:rPr lang="en-GB" sz="1800" dirty="0" err="1"/>
              <a:t>widget.pack</a:t>
            </a:r>
            <a:r>
              <a:rPr lang="en-GB" sz="1800" dirty="0"/>
              <a:t>()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grid()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Places widgets in rows and columns.</a:t>
            </a:r>
          </a:p>
          <a:p>
            <a:pPr>
              <a:defRPr sz="1800"/>
            </a:pPr>
            <a:r>
              <a:rPr dirty="0"/>
              <a:t>Example</a:t>
            </a:r>
            <a:r>
              <a:rPr lang="en-US" dirty="0"/>
              <a:t> (Syntax)</a:t>
            </a:r>
            <a:r>
              <a:rPr dirty="0"/>
              <a:t>: </a:t>
            </a:r>
            <a:r>
              <a:rPr dirty="0" err="1"/>
              <a:t>label.grid</a:t>
            </a:r>
            <a:r>
              <a:rPr dirty="0"/>
              <a:t>(row=0, column=0)</a:t>
            </a:r>
            <a:endParaRPr lang="en-US" dirty="0"/>
          </a:p>
          <a:p>
            <a:pPr marL="0" indent="0">
              <a:buNone/>
            </a:pPr>
            <a:r>
              <a:rPr lang="en-GB" sz="1800" dirty="0"/>
              <a:t>       </a:t>
            </a:r>
            <a:r>
              <a:rPr lang="en-GB" sz="1800" dirty="0" err="1"/>
              <a:t>widget.grid</a:t>
            </a:r>
            <a:r>
              <a:rPr lang="en-GB" sz="1800" dirty="0"/>
              <a:t>(row=0, column=0)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place()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Places widgets at exact positions.</a:t>
            </a:r>
          </a:p>
          <a:p>
            <a:pPr>
              <a:defRPr sz="1800"/>
            </a:pPr>
            <a:r>
              <a:rPr dirty="0"/>
              <a:t>Example</a:t>
            </a:r>
            <a:r>
              <a:rPr lang="en-US" dirty="0"/>
              <a:t> (Syntax)</a:t>
            </a:r>
            <a:r>
              <a:rPr dirty="0"/>
              <a:t>: </a:t>
            </a:r>
            <a:r>
              <a:rPr dirty="0" err="1"/>
              <a:t>button.place</a:t>
            </a:r>
            <a:r>
              <a:rPr dirty="0"/>
              <a:t>(x=50, y=100)</a:t>
            </a:r>
            <a:endParaRPr lang="en-US" dirty="0"/>
          </a:p>
          <a:p>
            <a:r>
              <a:rPr lang="en-GB" sz="1800" dirty="0" err="1"/>
              <a:t>widget.place</a:t>
            </a:r>
            <a:r>
              <a:rPr lang="en-GB" sz="1800" dirty="0"/>
              <a:t>(x=50, y=100)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Calculator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from </a:t>
            </a:r>
            <a:r>
              <a:rPr dirty="0" err="1"/>
              <a:t>tkinter</a:t>
            </a:r>
            <a:r>
              <a:rPr dirty="0"/>
              <a:t> import *</a:t>
            </a:r>
          </a:p>
          <a:p>
            <a:pPr marL="0" indent="0">
              <a:buNone/>
              <a:defRPr sz="1800"/>
            </a:pPr>
            <a:r>
              <a:rPr dirty="0"/>
              <a:t>root = Tk()</a:t>
            </a:r>
          </a:p>
          <a:p>
            <a:pPr marL="0" indent="0">
              <a:buNone/>
              <a:defRPr sz="1800"/>
            </a:pPr>
            <a:r>
              <a:rPr dirty="0"/>
              <a:t>e1 = Entry(root)</a:t>
            </a:r>
          </a:p>
          <a:p>
            <a:pPr marL="0" indent="0">
              <a:buNone/>
              <a:defRPr sz="1800"/>
            </a:pPr>
            <a:r>
              <a:rPr dirty="0"/>
              <a:t>e1.pack()</a:t>
            </a:r>
          </a:p>
          <a:p>
            <a:pPr marL="0" indent="0">
              <a:buNone/>
              <a:defRPr sz="1800"/>
            </a:pPr>
            <a:r>
              <a:rPr dirty="0"/>
              <a:t>def show():</a:t>
            </a:r>
          </a:p>
          <a:p>
            <a:pPr marL="0" indent="0">
              <a:buNone/>
              <a:defRPr sz="1800"/>
            </a:pPr>
            <a:r>
              <a:rPr dirty="0"/>
              <a:t>    print(e1.get())</a:t>
            </a:r>
          </a:p>
          <a:p>
            <a:pPr marL="0" indent="0">
              <a:buNone/>
              <a:defRPr sz="1800"/>
            </a:pPr>
            <a:r>
              <a:rPr dirty="0" err="1"/>
              <a:t>btn</a:t>
            </a:r>
            <a:r>
              <a:rPr dirty="0"/>
              <a:t> = Button(root, text='Show', command=show)</a:t>
            </a:r>
          </a:p>
          <a:p>
            <a:pPr marL="0" indent="0">
              <a:buNone/>
              <a:defRPr sz="1800"/>
            </a:pPr>
            <a:r>
              <a:rPr dirty="0" err="1"/>
              <a:t>btn.pack</a:t>
            </a:r>
            <a:r>
              <a:rPr dirty="0"/>
              <a:t>()</a:t>
            </a:r>
          </a:p>
          <a:p>
            <a:pPr marL="0" indent="0">
              <a:buNone/>
              <a:defRPr sz="1800"/>
            </a:pPr>
            <a:r>
              <a:rPr dirty="0" err="1"/>
              <a:t>root.mainloop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8311</TotalTime>
  <Words>743</Words>
  <Application>Microsoft Macintosh PowerPoint</Application>
  <PresentationFormat>On-screen Show (4:3)</PresentationFormat>
  <Paragraphs>164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Programming for Business </vt:lpstr>
      <vt:lpstr>What is GUI?</vt:lpstr>
      <vt:lpstr>GUI </vt:lpstr>
      <vt:lpstr>CLI</vt:lpstr>
      <vt:lpstr>Applications of GUI</vt:lpstr>
      <vt:lpstr>Python GUI Libraries</vt:lpstr>
      <vt:lpstr>What is Tkinter?</vt:lpstr>
      <vt:lpstr>Basic Tkinter Structure</vt:lpstr>
      <vt:lpstr>Difference Between Both Methods </vt:lpstr>
      <vt:lpstr>Difference Between Both Methods</vt:lpstr>
      <vt:lpstr>Example using tk.</vt:lpstr>
      <vt:lpstr>First GUI Program</vt:lpstr>
      <vt:lpstr>Purpose of mainloop() </vt:lpstr>
      <vt:lpstr>Label Widget</vt:lpstr>
      <vt:lpstr>Button Widget</vt:lpstr>
      <vt:lpstr>Entry Widget</vt:lpstr>
      <vt:lpstr>Complete GUI Example</vt:lpstr>
      <vt:lpstr>Event Handling</vt:lpstr>
      <vt:lpstr>Button Click Event Example</vt:lpstr>
      <vt:lpstr>Layout Managers</vt:lpstr>
      <vt:lpstr>pack() Layout</vt:lpstr>
      <vt:lpstr>grid() Layout</vt:lpstr>
      <vt:lpstr>place() Layout</vt:lpstr>
      <vt:lpstr>Mini Calculator Example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TK-LPT-865</cp:lastModifiedBy>
  <cp:revision>2</cp:revision>
  <dcterms:created xsi:type="dcterms:W3CDTF">2013-01-27T09:14:16Z</dcterms:created>
  <dcterms:modified xsi:type="dcterms:W3CDTF">2026-05-14T07:14:22Z</dcterms:modified>
  <cp:category/>
</cp:coreProperties>
</file>